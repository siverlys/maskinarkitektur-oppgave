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4"/>
  </p:notesMasterIdLst>
  <p:handoutMasterIdLst>
    <p:handoutMasterId r:id="rId25"/>
  </p:handoutMasterIdLst>
  <p:sldIdLst>
    <p:sldId id="256" r:id="rId5"/>
    <p:sldId id="257" r:id="rId6"/>
    <p:sldId id="258" r:id="rId7"/>
    <p:sldId id="259" r:id="rId8"/>
    <p:sldId id="275" r:id="rId9"/>
    <p:sldId id="260" r:id="rId10"/>
    <p:sldId id="272" r:id="rId11"/>
    <p:sldId id="273" r:id="rId12"/>
    <p:sldId id="263" r:id="rId13"/>
    <p:sldId id="264" r:id="rId14"/>
    <p:sldId id="265" r:id="rId15"/>
    <p:sldId id="266" r:id="rId16"/>
    <p:sldId id="267" r:id="rId17"/>
    <p:sldId id="268" r:id="rId18"/>
    <p:sldId id="269" r:id="rId19"/>
    <p:sldId id="270" r:id="rId20"/>
    <p:sldId id="261" r:id="rId21"/>
    <p:sldId id="271" r:id="rId22"/>
    <p:sldId id="274" r:id="rId23"/>
  </p:sldIdLst>
  <p:sldSz cx="12192000" cy="6858000"/>
  <p:notesSz cx="6858000" cy="9144000"/>
  <p:defaultTextStyle>
    <a:defPPr rtl="0">
      <a:defRPr lang="nb-NO"/>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52"/>
    <p:restoredTop sz="84135" autoAdjust="0"/>
  </p:normalViewPr>
  <p:slideViewPr>
    <p:cSldViewPr snapToGrid="0">
      <p:cViewPr varScale="1">
        <p:scale>
          <a:sx n="52" d="100"/>
          <a:sy n="52" d="100"/>
        </p:scale>
        <p:origin x="200" y="1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ert Lysnes" userId="d499e07c-f879-4ad0-9e7a-6d47d79c0ba8" providerId="ADAL" clId="{8B00F8C9-34F8-4202-B726-54C80D655F64}"/>
    <pc:docChg chg="undo redo custSel modSld">
      <pc:chgData name="Sivert Lysnes" userId="d499e07c-f879-4ad0-9e7a-6d47d79c0ba8" providerId="ADAL" clId="{8B00F8C9-34F8-4202-B726-54C80D655F64}" dt="2026-09-28T13:52:23.329" v="3393" actId="20577"/>
      <pc:docMkLst>
        <pc:docMk/>
      </pc:docMkLst>
      <pc:sldChg chg="modSp mod">
        <pc:chgData name="Sivert Lysnes" userId="d499e07c-f879-4ad0-9e7a-6d47d79c0ba8" providerId="ADAL" clId="{8B00F8C9-34F8-4202-B726-54C80D655F64}" dt="2026-09-28T11:20:44.281" v="0" actId="20577"/>
        <pc:sldMkLst>
          <pc:docMk/>
          <pc:sldMk cId="1618142787" sldId="257"/>
        </pc:sldMkLst>
        <pc:spChg chg="mod">
          <ac:chgData name="Sivert Lysnes" userId="d499e07c-f879-4ad0-9e7a-6d47d79c0ba8" providerId="ADAL" clId="{8B00F8C9-34F8-4202-B726-54C80D655F64}" dt="2026-09-28T11:20:44.281" v="0" actId="20577"/>
          <ac:spMkLst>
            <pc:docMk/>
            <pc:sldMk cId="1618142787" sldId="257"/>
            <ac:spMk id="2" creationId="{6EB8D3E8-3E81-F379-7823-C4D033F768D4}"/>
          </ac:spMkLst>
        </pc:spChg>
      </pc:sldChg>
      <pc:sldChg chg="modSp mod">
        <pc:chgData name="Sivert Lysnes" userId="d499e07c-f879-4ad0-9e7a-6d47d79c0ba8" providerId="ADAL" clId="{8B00F8C9-34F8-4202-B726-54C80D655F64}" dt="2026-09-28T11:40:22.700" v="186" actId="20577"/>
        <pc:sldMkLst>
          <pc:docMk/>
          <pc:sldMk cId="2622215197" sldId="264"/>
        </pc:sldMkLst>
        <pc:spChg chg="mod">
          <ac:chgData name="Sivert Lysnes" userId="d499e07c-f879-4ad0-9e7a-6d47d79c0ba8" providerId="ADAL" clId="{8B00F8C9-34F8-4202-B726-54C80D655F64}" dt="2026-09-28T11:40:22.700" v="186" actId="20577"/>
          <ac:spMkLst>
            <pc:docMk/>
            <pc:sldMk cId="2622215197" sldId="264"/>
            <ac:spMk id="3" creationId="{F7C217B0-DCDB-E700-5190-8042ED8B4BD5}"/>
          </ac:spMkLst>
        </pc:spChg>
      </pc:sldChg>
      <pc:sldChg chg="addSp modSp mod">
        <pc:chgData name="Sivert Lysnes" userId="d499e07c-f879-4ad0-9e7a-6d47d79c0ba8" providerId="ADAL" clId="{8B00F8C9-34F8-4202-B726-54C80D655F64}" dt="2026-09-28T13:10:00.807" v="1683" actId="20577"/>
        <pc:sldMkLst>
          <pc:docMk/>
          <pc:sldMk cId="1406058129" sldId="265"/>
        </pc:sldMkLst>
        <pc:spChg chg="mod">
          <ac:chgData name="Sivert Lysnes" userId="d499e07c-f879-4ad0-9e7a-6d47d79c0ba8" providerId="ADAL" clId="{8B00F8C9-34F8-4202-B726-54C80D655F64}" dt="2026-09-28T11:41:53.989" v="187" actId="20577"/>
          <ac:spMkLst>
            <pc:docMk/>
            <pc:sldMk cId="1406058129" sldId="265"/>
            <ac:spMk id="2" creationId="{2FD28C66-114C-B0C5-C14F-5328AA6205B3}"/>
          </ac:spMkLst>
        </pc:spChg>
        <pc:spChg chg="mod">
          <ac:chgData name="Sivert Lysnes" userId="d499e07c-f879-4ad0-9e7a-6d47d79c0ba8" providerId="ADAL" clId="{8B00F8C9-34F8-4202-B726-54C80D655F64}" dt="2026-09-28T13:10:00.807" v="1683" actId="20577"/>
          <ac:spMkLst>
            <pc:docMk/>
            <pc:sldMk cId="1406058129" sldId="265"/>
            <ac:spMk id="3" creationId="{AB866C69-B644-B2B6-10A1-757DFCEA5284}"/>
          </ac:spMkLst>
        </pc:spChg>
        <pc:spChg chg="add mod">
          <ac:chgData name="Sivert Lysnes" userId="d499e07c-f879-4ad0-9e7a-6d47d79c0ba8" providerId="ADAL" clId="{8B00F8C9-34F8-4202-B726-54C80D655F64}" dt="2026-09-28T12:55:14.649" v="1249" actId="1076"/>
          <ac:spMkLst>
            <pc:docMk/>
            <pc:sldMk cId="1406058129" sldId="265"/>
            <ac:spMk id="5" creationId="{36E50E8F-203C-0F62-4085-68049FE93838}"/>
          </ac:spMkLst>
        </pc:spChg>
        <pc:picChg chg="add mod">
          <ac:chgData name="Sivert Lysnes" userId="d499e07c-f879-4ad0-9e7a-6d47d79c0ba8" providerId="ADAL" clId="{8B00F8C9-34F8-4202-B726-54C80D655F64}" dt="2026-09-28T12:55:12.193" v="1248" actId="1076"/>
          <ac:picMkLst>
            <pc:docMk/>
            <pc:sldMk cId="1406058129" sldId="265"/>
            <ac:picMk id="4" creationId="{78922B81-1E72-F228-6E6B-45C4DB44C153}"/>
          </ac:picMkLst>
        </pc:picChg>
      </pc:sldChg>
      <pc:sldChg chg="addSp modSp mod">
        <pc:chgData name="Sivert Lysnes" userId="d499e07c-f879-4ad0-9e7a-6d47d79c0ba8" providerId="ADAL" clId="{8B00F8C9-34F8-4202-B726-54C80D655F64}" dt="2026-09-28T13:39:01.219" v="2709" actId="20577"/>
        <pc:sldMkLst>
          <pc:docMk/>
          <pc:sldMk cId="2391458290" sldId="266"/>
        </pc:sldMkLst>
        <pc:spChg chg="mod">
          <ac:chgData name="Sivert Lysnes" userId="d499e07c-f879-4ad0-9e7a-6d47d79c0ba8" providerId="ADAL" clId="{8B00F8C9-34F8-4202-B726-54C80D655F64}" dt="2026-09-28T13:39:01.219" v="2709" actId="20577"/>
          <ac:spMkLst>
            <pc:docMk/>
            <pc:sldMk cId="2391458290" sldId="266"/>
            <ac:spMk id="3" creationId="{B62748B2-E2E4-45CB-F3AC-3C1FD0A42234}"/>
          </ac:spMkLst>
        </pc:spChg>
        <pc:picChg chg="add mod">
          <ac:chgData name="Sivert Lysnes" userId="d499e07c-f879-4ad0-9e7a-6d47d79c0ba8" providerId="ADAL" clId="{8B00F8C9-34F8-4202-B726-54C80D655F64}" dt="2026-09-28T12:34:51.425" v="753" actId="1076"/>
          <ac:picMkLst>
            <pc:docMk/>
            <pc:sldMk cId="2391458290" sldId="266"/>
            <ac:picMk id="4" creationId="{732C90C4-E964-A593-3EDB-69CC0B6B77FF}"/>
          </ac:picMkLst>
        </pc:picChg>
      </pc:sldChg>
      <pc:sldChg chg="modSp mod">
        <pc:chgData name="Sivert Lysnes" userId="d499e07c-f879-4ad0-9e7a-6d47d79c0ba8" providerId="ADAL" clId="{8B00F8C9-34F8-4202-B726-54C80D655F64}" dt="2026-09-28T12:07:53.963" v="741" actId="20577"/>
        <pc:sldMkLst>
          <pc:docMk/>
          <pc:sldMk cId="3439125296" sldId="269"/>
        </pc:sldMkLst>
        <pc:spChg chg="mod">
          <ac:chgData name="Sivert Lysnes" userId="d499e07c-f879-4ad0-9e7a-6d47d79c0ba8" providerId="ADAL" clId="{8B00F8C9-34F8-4202-B726-54C80D655F64}" dt="2026-09-28T12:07:53.963" v="741" actId="20577"/>
          <ac:spMkLst>
            <pc:docMk/>
            <pc:sldMk cId="3439125296" sldId="269"/>
            <ac:spMk id="3" creationId="{271196C5-39CA-401E-2D08-06B55ECA536D}"/>
          </ac:spMkLst>
        </pc:spChg>
      </pc:sldChg>
      <pc:sldChg chg="addSp delSp modSp mod">
        <pc:chgData name="Sivert Lysnes" userId="d499e07c-f879-4ad0-9e7a-6d47d79c0ba8" providerId="ADAL" clId="{8B00F8C9-34F8-4202-B726-54C80D655F64}" dt="2026-09-28T13:50:39.851" v="3248" actId="20577"/>
        <pc:sldMkLst>
          <pc:docMk/>
          <pc:sldMk cId="2975550943" sldId="270"/>
        </pc:sldMkLst>
        <pc:spChg chg="mod">
          <ac:chgData name="Sivert Lysnes" userId="d499e07c-f879-4ad0-9e7a-6d47d79c0ba8" providerId="ADAL" clId="{8B00F8C9-34F8-4202-B726-54C80D655F64}" dt="2026-09-28T13:49:15.601" v="3217" actId="20577"/>
          <ac:spMkLst>
            <pc:docMk/>
            <pc:sldMk cId="2975550943" sldId="270"/>
            <ac:spMk id="2" creationId="{1F74F3DC-B117-3E98-368B-31FD15DF8648}"/>
          </ac:spMkLst>
        </pc:spChg>
        <pc:spChg chg="mod">
          <ac:chgData name="Sivert Lysnes" userId="d499e07c-f879-4ad0-9e7a-6d47d79c0ba8" providerId="ADAL" clId="{8B00F8C9-34F8-4202-B726-54C80D655F64}" dt="2026-09-28T13:50:39.851" v="3248" actId="20577"/>
          <ac:spMkLst>
            <pc:docMk/>
            <pc:sldMk cId="2975550943" sldId="270"/>
            <ac:spMk id="3" creationId="{8AA5053C-A7E2-ED3F-DE5A-CC5854A01577}"/>
          </ac:spMkLst>
        </pc:spChg>
        <pc:spChg chg="add mod">
          <ac:chgData name="Sivert Lysnes" userId="d499e07c-f879-4ad0-9e7a-6d47d79c0ba8" providerId="ADAL" clId="{8B00F8C9-34F8-4202-B726-54C80D655F64}" dt="2026-09-28T12:47:21.816" v="826" actId="21"/>
          <ac:spMkLst>
            <pc:docMk/>
            <pc:sldMk cId="2975550943" sldId="270"/>
            <ac:spMk id="6" creationId="{5B87D0A5-867B-9ABC-40FD-6343CBE44730}"/>
          </ac:spMkLst>
        </pc:spChg>
        <pc:picChg chg="add mod">
          <ac:chgData name="Sivert Lysnes" userId="d499e07c-f879-4ad0-9e7a-6d47d79c0ba8" providerId="ADAL" clId="{8B00F8C9-34F8-4202-B726-54C80D655F64}" dt="2026-09-28T12:39:05.188" v="763" actId="14100"/>
          <ac:picMkLst>
            <pc:docMk/>
            <pc:sldMk cId="2975550943" sldId="270"/>
            <ac:picMk id="5" creationId="{4F61F996-67C2-7891-3E87-761F150802AE}"/>
          </ac:picMkLst>
        </pc:picChg>
      </pc:sldChg>
      <pc:sldChg chg="modSp mod">
        <pc:chgData name="Sivert Lysnes" userId="d499e07c-f879-4ad0-9e7a-6d47d79c0ba8" providerId="ADAL" clId="{8B00F8C9-34F8-4202-B726-54C80D655F64}" dt="2026-09-28T13:52:23.329" v="3393" actId="20577"/>
        <pc:sldMkLst>
          <pc:docMk/>
          <pc:sldMk cId="1993801659" sldId="271"/>
        </pc:sldMkLst>
        <pc:spChg chg="mod">
          <ac:chgData name="Sivert Lysnes" userId="d499e07c-f879-4ad0-9e7a-6d47d79c0ba8" providerId="ADAL" clId="{8B00F8C9-34F8-4202-B726-54C80D655F64}" dt="2026-09-28T13:52:23.329" v="3393" actId="20577"/>
          <ac:spMkLst>
            <pc:docMk/>
            <pc:sldMk cId="1993801659" sldId="271"/>
            <ac:spMk id="3" creationId="{799F9FB0-79B8-FFEF-8AB9-0C0BF537A79E}"/>
          </ac:spMkLst>
        </pc:spChg>
      </pc:sldChg>
      <pc:sldChg chg="modSp mod">
        <pc:chgData name="Sivert Lysnes" userId="d499e07c-f879-4ad0-9e7a-6d47d79c0ba8" providerId="ADAL" clId="{8B00F8C9-34F8-4202-B726-54C80D655F64}" dt="2026-09-28T12:51:28.027" v="908" actId="20577"/>
        <pc:sldMkLst>
          <pc:docMk/>
          <pc:sldMk cId="2505949764" sldId="274"/>
        </pc:sldMkLst>
        <pc:spChg chg="mod">
          <ac:chgData name="Sivert Lysnes" userId="d499e07c-f879-4ad0-9e7a-6d47d79c0ba8" providerId="ADAL" clId="{8B00F8C9-34F8-4202-B726-54C80D655F64}" dt="2026-09-28T12:51:28.027" v="908" actId="20577"/>
          <ac:spMkLst>
            <pc:docMk/>
            <pc:sldMk cId="2505949764" sldId="274"/>
            <ac:spMk id="3" creationId="{1CDA9603-6809-2E0D-AA6D-B4F4C0DA9189}"/>
          </ac:spMkLst>
        </pc:spChg>
      </pc:sldChg>
    </pc:docChg>
  </pc:docChgLst>
  <pc:docChgLst>
    <pc:chgData name="Linnea Nordstrand" userId="a1dd33b2-ebbb-450d-89ef-9facb230e5ce" providerId="ADAL" clId="{C8FF78D1-74E4-4754-8701-607912FE5007}"/>
    <pc:docChg chg="modSld">
      <pc:chgData name="Linnea Nordstrand" userId="a1dd33b2-ebbb-450d-89ef-9facb230e5ce" providerId="ADAL" clId="{C8FF78D1-74E4-4754-8701-607912FE5007}" dt="2026-09-28T12:47:19.511" v="17"/>
      <pc:docMkLst>
        <pc:docMk/>
      </pc:docMkLst>
      <pc:sldChg chg="addSp modSp">
        <pc:chgData name="Linnea Nordstrand" userId="a1dd33b2-ebbb-450d-89ef-9facb230e5ce" providerId="ADAL" clId="{C8FF78D1-74E4-4754-8701-607912FE5007}" dt="2026-09-28T12:41:00.303" v="8"/>
        <pc:sldMkLst>
          <pc:docMk/>
          <pc:sldMk cId="1618142787" sldId="257"/>
        </pc:sldMkLst>
        <pc:picChg chg="add mod">
          <ac:chgData name="Linnea Nordstrand" userId="a1dd33b2-ebbb-450d-89ef-9facb230e5ce" providerId="ADAL" clId="{C8FF78D1-74E4-4754-8701-607912FE5007}" dt="2026-09-28T12:41:00.303" v="8"/>
          <ac:picMkLst>
            <pc:docMk/>
            <pc:sldMk cId="1618142787" sldId="257"/>
            <ac:picMk id="7" creationId="{BD85CA17-9FAB-3569-D870-96D7B1DE6266}"/>
          </ac:picMkLst>
        </pc:picChg>
      </pc:sldChg>
      <pc:sldChg chg="addSp modSp">
        <pc:chgData name="Linnea Nordstrand" userId="a1dd33b2-ebbb-450d-89ef-9facb230e5ce" providerId="ADAL" clId="{C8FF78D1-74E4-4754-8701-607912FE5007}" dt="2026-09-28T12:42:14.970" v="9"/>
        <pc:sldMkLst>
          <pc:docMk/>
          <pc:sldMk cId="2484289217" sldId="258"/>
        </pc:sldMkLst>
        <pc:picChg chg="add mod">
          <ac:chgData name="Linnea Nordstrand" userId="a1dd33b2-ebbb-450d-89ef-9facb230e5ce" providerId="ADAL" clId="{C8FF78D1-74E4-4754-8701-607912FE5007}" dt="2026-09-28T12:42:14.970" v="9"/>
          <ac:picMkLst>
            <pc:docMk/>
            <pc:sldMk cId="2484289217" sldId="258"/>
            <ac:picMk id="9" creationId="{227E8931-64AC-6429-092A-E27A55C6699C}"/>
          </ac:picMkLst>
        </pc:picChg>
      </pc:sldChg>
      <pc:sldChg chg="addSp modSp">
        <pc:chgData name="Linnea Nordstrand" userId="a1dd33b2-ebbb-450d-89ef-9facb230e5ce" providerId="ADAL" clId="{C8FF78D1-74E4-4754-8701-607912FE5007}" dt="2026-09-28T12:43:57.876" v="10"/>
        <pc:sldMkLst>
          <pc:docMk/>
          <pc:sldMk cId="4185019630" sldId="260"/>
        </pc:sldMkLst>
        <pc:spChg chg="mod">
          <ac:chgData name="Linnea Nordstrand" userId="a1dd33b2-ebbb-450d-89ef-9facb230e5ce" providerId="ADAL" clId="{C8FF78D1-74E4-4754-8701-607912FE5007}" dt="2026-09-28T12:01:10.690" v="5"/>
          <ac:spMkLst>
            <pc:docMk/>
            <pc:sldMk cId="4185019630" sldId="260"/>
            <ac:spMk id="3" creationId="{879DEB55-F00B-AB20-B67E-61B26B3B3B55}"/>
          </ac:spMkLst>
        </pc:spChg>
        <pc:picChg chg="add mod">
          <ac:chgData name="Linnea Nordstrand" userId="a1dd33b2-ebbb-450d-89ef-9facb230e5ce" providerId="ADAL" clId="{C8FF78D1-74E4-4754-8701-607912FE5007}" dt="2026-09-28T12:43:57.876" v="10"/>
          <ac:picMkLst>
            <pc:docMk/>
            <pc:sldMk cId="4185019630" sldId="260"/>
            <ac:picMk id="7" creationId="{2A797207-1919-0F29-2059-7AA14F1E4E11}"/>
          </ac:picMkLst>
        </pc:picChg>
      </pc:sldChg>
      <pc:sldChg chg="modSp">
        <pc:chgData name="Linnea Nordstrand" userId="a1dd33b2-ebbb-450d-89ef-9facb230e5ce" providerId="ADAL" clId="{C8FF78D1-74E4-4754-8701-607912FE5007}" dt="2026-09-28T11:04:06.030" v="0"/>
        <pc:sldMkLst>
          <pc:docMk/>
          <pc:sldMk cId="1851662209" sldId="261"/>
        </pc:sldMkLst>
        <pc:spChg chg="mod">
          <ac:chgData name="Linnea Nordstrand" userId="a1dd33b2-ebbb-450d-89ef-9facb230e5ce" providerId="ADAL" clId="{C8FF78D1-74E4-4754-8701-607912FE5007}" dt="2026-09-28T11:04:06.030" v="0"/>
          <ac:spMkLst>
            <pc:docMk/>
            <pc:sldMk cId="1851662209" sldId="261"/>
            <ac:spMk id="3" creationId="{4E10145F-DD77-C877-2B08-385188FBFB2F}"/>
          </ac:spMkLst>
        </pc:spChg>
      </pc:sldChg>
      <pc:sldChg chg="addSp modSp">
        <pc:chgData name="Linnea Nordstrand" userId="a1dd33b2-ebbb-450d-89ef-9facb230e5ce" providerId="ADAL" clId="{C8FF78D1-74E4-4754-8701-607912FE5007}" dt="2026-09-28T12:43:57.876" v="10"/>
        <pc:sldMkLst>
          <pc:docMk/>
          <pc:sldMk cId="1276226555" sldId="272"/>
        </pc:sldMkLst>
        <pc:spChg chg="mod">
          <ac:chgData name="Linnea Nordstrand" userId="a1dd33b2-ebbb-450d-89ef-9facb230e5ce" providerId="ADAL" clId="{C8FF78D1-74E4-4754-8701-607912FE5007}" dt="2026-09-28T11:54:56.909" v="4"/>
          <ac:spMkLst>
            <pc:docMk/>
            <pc:sldMk cId="1276226555" sldId="272"/>
            <ac:spMk id="2" creationId="{D0042C34-3243-255D-67DB-69ACAF123A6A}"/>
          </ac:spMkLst>
        </pc:spChg>
        <pc:spChg chg="mod">
          <ac:chgData name="Linnea Nordstrand" userId="a1dd33b2-ebbb-450d-89ef-9facb230e5ce" providerId="ADAL" clId="{C8FF78D1-74E4-4754-8701-607912FE5007}" dt="2026-09-28T11:52:33.680" v="3"/>
          <ac:spMkLst>
            <pc:docMk/>
            <pc:sldMk cId="1276226555" sldId="272"/>
            <ac:spMk id="3" creationId="{536C1D24-A6B8-EAF5-CA9C-64BE98A7F4BF}"/>
          </ac:spMkLst>
        </pc:spChg>
        <pc:picChg chg="add mod">
          <ac:chgData name="Linnea Nordstrand" userId="a1dd33b2-ebbb-450d-89ef-9facb230e5ce" providerId="ADAL" clId="{C8FF78D1-74E4-4754-8701-607912FE5007}" dt="2026-09-28T12:43:57.876" v="10"/>
          <ac:picMkLst>
            <pc:docMk/>
            <pc:sldMk cId="1276226555" sldId="272"/>
            <ac:picMk id="6" creationId="{3B762B70-B4DA-1056-6725-3A792E212CE6}"/>
          </ac:picMkLst>
        </pc:picChg>
      </pc:sldChg>
      <pc:sldChg chg="addSp delSp modSp mod modTransition modAnim">
        <pc:chgData name="Linnea Nordstrand" userId="a1dd33b2-ebbb-450d-89ef-9facb230e5ce" providerId="ADAL" clId="{C8FF78D1-74E4-4754-8701-607912FE5007}" dt="2026-09-28T12:47:19.511" v="17"/>
        <pc:sldMkLst>
          <pc:docMk/>
          <pc:sldMk cId="3370259349" sldId="273"/>
        </pc:sldMkLst>
        <pc:spChg chg="mod">
          <ac:chgData name="Linnea Nordstrand" userId="a1dd33b2-ebbb-450d-89ef-9facb230e5ce" providerId="ADAL" clId="{C8FF78D1-74E4-4754-8701-607912FE5007}" dt="2026-09-28T12:10:34.966" v="7"/>
          <ac:spMkLst>
            <pc:docMk/>
            <pc:sldMk cId="3370259349" sldId="273"/>
            <ac:spMk id="3" creationId="{F3B8B274-A81F-33D4-991C-E46E5ABB9B8B}"/>
          </ac:spMkLst>
        </pc:spChg>
        <pc:picChg chg="add mod">
          <ac:chgData name="Linnea Nordstrand" userId="a1dd33b2-ebbb-450d-89ef-9facb230e5ce" providerId="ADAL" clId="{C8FF78D1-74E4-4754-8701-607912FE5007}" dt="2026-09-28T12:47:19.511" v="17"/>
          <ac:picMkLst>
            <pc:docMk/>
            <pc:sldMk cId="3370259349" sldId="273"/>
            <ac:picMk id="14" creationId="{1B73980E-9ABD-98AE-CF67-C5A1AA2ABD0F}"/>
          </ac:picMkLst>
        </pc:picChg>
      </pc:sldChg>
    </pc:docChg>
  </pc:docChgLst>
  <pc:docChgLst>
    <pc:chgData name="Arion Mexhuani" userId="S::arionm@ntnu.no::86ca9342-e977-41a8-b617-21ab38a774e6" providerId="AD" clId="Web-{00000000-0000-0000-0000-000000000000}"/>
    <pc:docChg chg="addSld modSld sldOrd">
      <pc:chgData name="Arion Mexhuani" userId="S::arionm@ntnu.no::86ca9342-e977-41a8-b617-21ab38a774e6" providerId="AD" clId="Web-{00000000-0000-0000-0000-000000000000}" dt="2026-09-28T12:27:55.708" v="207"/>
      <pc:docMkLst>
        <pc:docMk/>
      </pc:docMkLst>
      <pc:sldChg chg="ord">
        <pc:chgData name="Arion Mexhuani" userId="S::arionm@ntnu.no::86ca9342-e977-41a8-b617-21ab38a774e6" providerId="AD" clId="Web-{00000000-0000-0000-0000-000000000000}" dt="2026-09-28T11:21:32.635" v="71"/>
        <pc:sldMkLst>
          <pc:docMk/>
          <pc:sldMk cId="3274320307" sldId="263"/>
        </pc:sldMkLst>
      </pc:sldChg>
      <pc:sldChg chg="modSp new">
        <pc:chgData name="Arion Mexhuani" userId="S::arionm@ntnu.no::86ca9342-e977-41a8-b617-21ab38a774e6" providerId="AD" clId="Web-{00000000-0000-0000-0000-000000000000}" dt="2026-09-28T11:19:36.322" v="15" actId="20577"/>
        <pc:sldMkLst>
          <pc:docMk/>
          <pc:sldMk cId="2622215197" sldId="264"/>
        </pc:sldMkLst>
        <pc:spChg chg="mod">
          <ac:chgData name="Arion Mexhuani" userId="S::arionm@ntnu.no::86ca9342-e977-41a8-b617-21ab38a774e6" providerId="AD" clId="Web-{00000000-0000-0000-0000-000000000000}" dt="2026-09-28T11:19:36.322" v="15" actId="20577"/>
          <ac:spMkLst>
            <pc:docMk/>
            <pc:sldMk cId="2622215197" sldId="264"/>
            <ac:spMk id="2" creationId="{3DBB2BB2-64B8-1AB1-27C3-726441AAE45F}"/>
          </ac:spMkLst>
        </pc:spChg>
      </pc:sldChg>
      <pc:sldChg chg="modSp new">
        <pc:chgData name="Arion Mexhuani" userId="S::arionm@ntnu.no::86ca9342-e977-41a8-b617-21ab38a774e6" providerId="AD" clId="Web-{00000000-0000-0000-0000-000000000000}" dt="2026-09-28T11:19:51.275" v="29" actId="20577"/>
        <pc:sldMkLst>
          <pc:docMk/>
          <pc:sldMk cId="1406058129" sldId="265"/>
        </pc:sldMkLst>
        <pc:spChg chg="mod">
          <ac:chgData name="Arion Mexhuani" userId="S::arionm@ntnu.no::86ca9342-e977-41a8-b617-21ab38a774e6" providerId="AD" clId="Web-{00000000-0000-0000-0000-000000000000}" dt="2026-09-28T11:19:51.275" v="29" actId="20577"/>
          <ac:spMkLst>
            <pc:docMk/>
            <pc:sldMk cId="1406058129" sldId="265"/>
            <ac:spMk id="2" creationId="{2FD28C66-114C-B0C5-C14F-5328AA6205B3}"/>
          </ac:spMkLst>
        </pc:spChg>
      </pc:sldChg>
      <pc:sldChg chg="modSp new">
        <pc:chgData name="Arion Mexhuani" userId="S::arionm@ntnu.no::86ca9342-e977-41a8-b617-21ab38a774e6" providerId="AD" clId="Web-{00000000-0000-0000-0000-000000000000}" dt="2026-09-28T11:20:11.197" v="40" actId="20577"/>
        <pc:sldMkLst>
          <pc:docMk/>
          <pc:sldMk cId="2391458290" sldId="266"/>
        </pc:sldMkLst>
        <pc:spChg chg="mod">
          <ac:chgData name="Arion Mexhuani" userId="S::arionm@ntnu.no::86ca9342-e977-41a8-b617-21ab38a774e6" providerId="AD" clId="Web-{00000000-0000-0000-0000-000000000000}" dt="2026-09-28T11:20:11.197" v="40" actId="20577"/>
          <ac:spMkLst>
            <pc:docMk/>
            <pc:sldMk cId="2391458290" sldId="266"/>
            <ac:spMk id="2" creationId="{084A21CC-5D6C-B27A-52F8-714FF20E154A}"/>
          </ac:spMkLst>
        </pc:spChg>
      </pc:sldChg>
      <pc:sldChg chg="addSp delSp modSp new mod modClrScheme chgLayout modNotes">
        <pc:chgData name="Arion Mexhuani" userId="S::arionm@ntnu.no::86ca9342-e977-41a8-b617-21ab38a774e6" providerId="AD" clId="Web-{00000000-0000-0000-0000-000000000000}" dt="2026-09-28T12:09:55.003" v="166" actId="20577"/>
        <pc:sldMkLst>
          <pc:docMk/>
          <pc:sldMk cId="2066324735" sldId="267"/>
        </pc:sldMkLst>
        <pc:spChg chg="mod">
          <ac:chgData name="Arion Mexhuani" userId="S::arionm@ntnu.no::86ca9342-e977-41a8-b617-21ab38a774e6" providerId="AD" clId="Web-{00000000-0000-0000-0000-000000000000}" dt="2026-09-28T11:42:21.993" v="116"/>
          <ac:spMkLst>
            <pc:docMk/>
            <pc:sldMk cId="2066324735" sldId="267"/>
            <ac:spMk id="2" creationId="{9CBE0DD3-4D21-AE7B-5C65-E65EF7DE0178}"/>
          </ac:spMkLst>
        </pc:spChg>
        <pc:spChg chg="mod">
          <ac:chgData name="Arion Mexhuani" userId="S::arionm@ntnu.no::86ca9342-e977-41a8-b617-21ab38a774e6" providerId="AD" clId="Web-{00000000-0000-0000-0000-000000000000}" dt="2026-09-28T12:09:55.003" v="166" actId="20577"/>
          <ac:spMkLst>
            <pc:docMk/>
            <pc:sldMk cId="2066324735" sldId="267"/>
            <ac:spMk id="3" creationId="{B38EB64A-DEA8-0C91-5298-9295D7ABCA75}"/>
          </ac:spMkLst>
        </pc:spChg>
      </pc:sldChg>
      <pc:sldChg chg="addSp delSp modSp new modNotes">
        <pc:chgData name="Arion Mexhuani" userId="S::arionm@ntnu.no::86ca9342-e977-41a8-b617-21ab38a774e6" providerId="AD" clId="Web-{00000000-0000-0000-0000-000000000000}" dt="2026-09-28T12:10:03.894" v="168" actId="20577"/>
        <pc:sldMkLst>
          <pc:docMk/>
          <pc:sldMk cId="871367977" sldId="268"/>
        </pc:sldMkLst>
        <pc:spChg chg="mod">
          <ac:chgData name="Arion Mexhuani" userId="S::arionm@ntnu.no::86ca9342-e977-41a8-b617-21ab38a774e6" providerId="AD" clId="Web-{00000000-0000-0000-0000-000000000000}" dt="2026-09-28T11:20:37.666" v="52" actId="20577"/>
          <ac:spMkLst>
            <pc:docMk/>
            <pc:sldMk cId="871367977" sldId="268"/>
            <ac:spMk id="2" creationId="{BB2064D8-B15A-F38F-31B3-0D29FC72B89D}"/>
          </ac:spMkLst>
        </pc:spChg>
        <pc:spChg chg="mod">
          <ac:chgData name="Arion Mexhuani" userId="S::arionm@ntnu.no::86ca9342-e977-41a8-b617-21ab38a774e6" providerId="AD" clId="Web-{00000000-0000-0000-0000-000000000000}" dt="2026-09-28T12:10:03.894" v="168" actId="20577"/>
          <ac:spMkLst>
            <pc:docMk/>
            <pc:sldMk cId="871367977" sldId="268"/>
            <ac:spMk id="3" creationId="{E2FF266D-C07C-22D7-5564-6282DB10CF02}"/>
          </ac:spMkLst>
        </pc:spChg>
      </pc:sldChg>
      <pc:sldChg chg="addSp delSp modSp new mod modClrScheme chgLayout modNotes">
        <pc:chgData name="Arion Mexhuani" userId="S::arionm@ntnu.no::86ca9342-e977-41a8-b617-21ab38a774e6" providerId="AD" clId="Web-{00000000-0000-0000-0000-000000000000}" dt="2026-09-28T12:27:55.708" v="207"/>
        <pc:sldMkLst>
          <pc:docMk/>
          <pc:sldMk cId="3439125296" sldId="269"/>
        </pc:sldMkLst>
        <pc:spChg chg="mod">
          <ac:chgData name="Arion Mexhuani" userId="S::arionm@ntnu.no::86ca9342-e977-41a8-b617-21ab38a774e6" providerId="AD" clId="Web-{00000000-0000-0000-0000-000000000000}" dt="2026-09-28T12:24:09.485" v="200"/>
          <ac:spMkLst>
            <pc:docMk/>
            <pc:sldMk cId="3439125296" sldId="269"/>
            <ac:spMk id="2" creationId="{23454FBB-4C08-3D7E-9990-262FBEC7CBE2}"/>
          </ac:spMkLst>
        </pc:spChg>
        <pc:spChg chg="mod">
          <ac:chgData name="Arion Mexhuani" userId="S::arionm@ntnu.no::86ca9342-e977-41a8-b617-21ab38a774e6" providerId="AD" clId="Web-{00000000-0000-0000-0000-000000000000}" dt="2026-09-28T12:27:53.520" v="205"/>
          <ac:spMkLst>
            <pc:docMk/>
            <pc:sldMk cId="3439125296" sldId="269"/>
            <ac:spMk id="3" creationId="{271196C5-39CA-401E-2D08-06B55ECA536D}"/>
          </ac:spMkLst>
        </pc:spChg>
        <pc:picChg chg="add del mod">
          <ac:chgData name="Arion Mexhuani" userId="S::arionm@ntnu.no::86ca9342-e977-41a8-b617-21ab38a774e6" providerId="AD" clId="Web-{00000000-0000-0000-0000-000000000000}" dt="2026-09-28T12:27:55.708" v="207"/>
          <ac:picMkLst>
            <pc:docMk/>
            <pc:sldMk cId="3439125296" sldId="269"/>
            <ac:picMk id="6" creationId="{6A9D0AEF-3332-C475-2F4F-6D4140F96A04}"/>
          </ac:picMkLst>
        </pc:picChg>
      </pc:sldChg>
      <pc:sldChg chg="modSp new">
        <pc:chgData name="Arion Mexhuani" userId="S::arionm@ntnu.no::86ca9342-e977-41a8-b617-21ab38a774e6" providerId="AD" clId="Web-{00000000-0000-0000-0000-000000000000}" dt="2026-09-28T11:21:22.713" v="70" actId="20577"/>
        <pc:sldMkLst>
          <pc:docMk/>
          <pc:sldMk cId="2975550943" sldId="270"/>
        </pc:sldMkLst>
        <pc:spChg chg="mod">
          <ac:chgData name="Arion Mexhuani" userId="S::arionm@ntnu.no::86ca9342-e977-41a8-b617-21ab38a774e6" providerId="AD" clId="Web-{00000000-0000-0000-0000-000000000000}" dt="2026-09-28T11:21:22.713" v="70" actId="20577"/>
          <ac:spMkLst>
            <pc:docMk/>
            <pc:sldMk cId="2975550943" sldId="270"/>
            <ac:spMk id="2" creationId="{1F74F3DC-B117-3E98-368B-31FD15DF8648}"/>
          </ac:spMkLst>
        </pc:spChg>
      </pc:sldChg>
      <pc:sldChg chg="modSp new">
        <pc:chgData name="Arion Mexhuani" userId="S::arionm@ntnu.no::86ca9342-e977-41a8-b617-21ab38a774e6" providerId="AD" clId="Web-{00000000-0000-0000-0000-000000000000}" dt="2026-09-28T12:20:53.483" v="184" actId="20577"/>
        <pc:sldMkLst>
          <pc:docMk/>
          <pc:sldMk cId="1993801659" sldId="271"/>
        </pc:sldMkLst>
        <pc:spChg chg="mod">
          <ac:chgData name="Arion Mexhuani" userId="S::arionm@ntnu.no::86ca9342-e977-41a8-b617-21ab38a774e6" providerId="AD" clId="Web-{00000000-0000-0000-0000-000000000000}" dt="2026-09-28T11:52:45.565" v="144" actId="20577"/>
          <ac:spMkLst>
            <pc:docMk/>
            <pc:sldMk cId="1993801659" sldId="271"/>
            <ac:spMk id="2" creationId="{6C5792E0-E268-3B05-CC73-C9DCBFC11174}"/>
          </ac:spMkLst>
        </pc:spChg>
        <pc:spChg chg="mod">
          <ac:chgData name="Arion Mexhuani" userId="S::arionm@ntnu.no::86ca9342-e977-41a8-b617-21ab38a774e6" providerId="AD" clId="Web-{00000000-0000-0000-0000-000000000000}" dt="2026-09-28T12:20:53.483" v="184" actId="20577"/>
          <ac:spMkLst>
            <pc:docMk/>
            <pc:sldMk cId="1993801659" sldId="271"/>
            <ac:spMk id="3" creationId="{799F9FB0-79B8-FFEF-8AB9-0C0BF537A79E}"/>
          </ac:spMkLst>
        </pc:spChg>
      </pc:sldChg>
      <pc:sldChg chg="modSp new">
        <pc:chgData name="Arion Mexhuani" userId="S::arionm@ntnu.no::86ca9342-e977-41a8-b617-21ab38a774e6" providerId="AD" clId="Web-{00000000-0000-0000-0000-000000000000}" dt="2026-09-28T12:23:03.734" v="197" actId="20577"/>
        <pc:sldMkLst>
          <pc:docMk/>
          <pc:sldMk cId="2505949764" sldId="274"/>
        </pc:sldMkLst>
        <pc:spChg chg="mod">
          <ac:chgData name="Arion Mexhuani" userId="S::arionm@ntnu.no::86ca9342-e977-41a8-b617-21ab38a774e6" providerId="AD" clId="Web-{00000000-0000-0000-0000-000000000000}" dt="2026-09-28T12:21:50.765" v="195" actId="20577"/>
          <ac:spMkLst>
            <pc:docMk/>
            <pc:sldMk cId="2505949764" sldId="274"/>
            <ac:spMk id="2" creationId="{9E1579CA-9F59-88DE-FB1B-DB4DA7AFE13C}"/>
          </ac:spMkLst>
        </pc:spChg>
        <pc:spChg chg="mod">
          <ac:chgData name="Arion Mexhuani" userId="S::arionm@ntnu.no::86ca9342-e977-41a8-b617-21ab38a774e6" providerId="AD" clId="Web-{00000000-0000-0000-0000-000000000000}" dt="2026-09-28T12:23:03.734" v="197" actId="20577"/>
          <ac:spMkLst>
            <pc:docMk/>
            <pc:sldMk cId="2505949764" sldId="274"/>
            <ac:spMk id="3" creationId="{1CDA9603-6809-2E0D-AA6D-B4F4C0DA9189}"/>
          </ac:spMkLst>
        </pc:spChg>
      </pc:sldChg>
    </pc:docChg>
  </pc:docChgLst>
  <pc:docChgLst>
    <pc:chgData name="Melika Khaki" userId="S::meliak@ntnu.no::75656354-e9c6-49a0-abca-919f05bfe371" providerId="AD" clId="Web-{00000000-0000-0000-0000-000000000000}"/>
    <pc:docChg chg="addSld modSld">
      <pc:chgData name="Melika Khaki" userId="S::meliak@ntnu.no::75656354-e9c6-49a0-abca-919f05bfe371" providerId="AD" clId="Web-{00000000-0000-0000-0000-000000000000}" dt="2026-09-28T11:58:50.212" v="457" actId="20577"/>
      <pc:docMkLst>
        <pc:docMk/>
      </pc:docMkLst>
      <pc:sldChg chg="modSp">
        <pc:chgData name="Melika Khaki" userId="S::meliak@ntnu.no::75656354-e9c6-49a0-abca-919f05bfe371" providerId="AD" clId="Web-{00000000-0000-0000-0000-000000000000}" dt="2026-09-28T11:58:50.212" v="457" actId="20577"/>
        <pc:sldMkLst>
          <pc:docMk/>
          <pc:sldMk cId="2228022642" sldId="259"/>
        </pc:sldMkLst>
        <pc:spChg chg="mod">
          <ac:chgData name="Melika Khaki" userId="S::meliak@ntnu.no::75656354-e9c6-49a0-abca-919f05bfe371" providerId="AD" clId="Web-{00000000-0000-0000-0000-000000000000}" dt="2026-09-28T11:29:46.458" v="164" actId="20577"/>
          <ac:spMkLst>
            <pc:docMk/>
            <pc:sldMk cId="2228022642" sldId="259"/>
            <ac:spMk id="2" creationId="{9402C24E-CBFC-2DD6-476F-C5C9E83C8778}"/>
          </ac:spMkLst>
        </pc:spChg>
        <pc:spChg chg="mod">
          <ac:chgData name="Melika Khaki" userId="S::meliak@ntnu.no::75656354-e9c6-49a0-abca-919f05bfe371" providerId="AD" clId="Web-{00000000-0000-0000-0000-000000000000}" dt="2026-09-28T11:58:50.212" v="457" actId="20577"/>
          <ac:spMkLst>
            <pc:docMk/>
            <pc:sldMk cId="2228022642" sldId="259"/>
            <ac:spMk id="3" creationId="{71D6ACB4-E544-4844-C297-4CDADB861A8D}"/>
          </ac:spMkLst>
        </pc:spChg>
      </pc:sldChg>
      <pc:sldChg chg="modSp">
        <pc:chgData name="Melika Khaki" userId="S::meliak@ntnu.no::75656354-e9c6-49a0-abca-919f05bfe371" providerId="AD" clId="Web-{00000000-0000-0000-0000-000000000000}" dt="2026-09-28T11:23:41.647" v="110" actId="20577"/>
        <pc:sldMkLst>
          <pc:docMk/>
          <pc:sldMk cId="1851662209" sldId="261"/>
        </pc:sldMkLst>
        <pc:spChg chg="mod">
          <ac:chgData name="Melika Khaki" userId="S::meliak@ntnu.no::75656354-e9c6-49a0-abca-919f05bfe371" providerId="AD" clId="Web-{00000000-0000-0000-0000-000000000000}" dt="2026-09-28T11:23:41.647" v="110" actId="20577"/>
          <ac:spMkLst>
            <pc:docMk/>
            <pc:sldMk cId="1851662209" sldId="261"/>
            <ac:spMk id="3" creationId="{4E10145F-DD77-C877-2B08-385188FBFB2F}"/>
          </ac:spMkLst>
        </pc:spChg>
      </pc:sldChg>
      <pc:sldChg chg="modSp new">
        <pc:chgData name="Melika Khaki" userId="S::meliak@ntnu.no::75656354-e9c6-49a0-abca-919f05bfe371" providerId="AD" clId="Web-{00000000-0000-0000-0000-000000000000}" dt="2026-09-28T11:56:27.041" v="412" actId="20577"/>
        <pc:sldMkLst>
          <pc:docMk/>
          <pc:sldMk cId="3274320307" sldId="263"/>
        </pc:sldMkLst>
        <pc:spChg chg="mod">
          <ac:chgData name="Melika Khaki" userId="S::meliak@ntnu.no::75656354-e9c6-49a0-abca-919f05bfe371" providerId="AD" clId="Web-{00000000-0000-0000-0000-000000000000}" dt="2026-09-28T11:31:50.457" v="183" actId="20577"/>
          <ac:spMkLst>
            <pc:docMk/>
            <pc:sldMk cId="3274320307" sldId="263"/>
            <ac:spMk id="2" creationId="{4E6063F0-0447-FC5B-F2C5-617AB5DBB153}"/>
          </ac:spMkLst>
        </pc:spChg>
        <pc:spChg chg="mod">
          <ac:chgData name="Melika Khaki" userId="S::meliak@ntnu.no::75656354-e9c6-49a0-abca-919f05bfe371" providerId="AD" clId="Web-{00000000-0000-0000-0000-000000000000}" dt="2026-09-28T11:56:27.041" v="412" actId="20577"/>
          <ac:spMkLst>
            <pc:docMk/>
            <pc:sldMk cId="3274320307" sldId="263"/>
            <ac:spMk id="3" creationId="{FF79FCAF-7008-916F-6790-2646BBBE1F41}"/>
          </ac:spMkLst>
        </pc:spChg>
      </pc:sldChg>
    </pc:docChg>
  </pc:docChgLst>
  <pc:docChgLst>
    <pc:chgData name="Melika Khaki" userId="75656354-e9c6-49a0-abca-919f05bfe371" providerId="ADAL" clId="{E16931A2-A64A-50A1-A914-0F838DE31D23}"/>
    <pc:docChg chg="custSel addSld modSld">
      <pc:chgData name="Melika Khaki" userId="75656354-e9c6-49a0-abca-919f05bfe371" providerId="ADAL" clId="{E16931A2-A64A-50A1-A914-0F838DE31D23}" dt="2026-10-05T08:19:01.314" v="38" actId="1076"/>
      <pc:docMkLst>
        <pc:docMk/>
      </pc:docMkLst>
      <pc:sldChg chg="addSp delSp modSp mod modClrScheme modAnim chgLayout">
        <pc:chgData name="Melika Khaki" userId="75656354-e9c6-49a0-abca-919f05bfe371" providerId="ADAL" clId="{E16931A2-A64A-50A1-A914-0F838DE31D23}" dt="2026-10-05T08:13:38.488" v="9" actId="1076"/>
        <pc:sldMkLst>
          <pc:docMk/>
          <pc:sldMk cId="2228022642" sldId="259"/>
        </pc:sldMkLst>
        <pc:spChg chg="mod">
          <ac:chgData name="Melika Khaki" userId="75656354-e9c6-49a0-abca-919f05bfe371" providerId="ADAL" clId="{E16931A2-A64A-50A1-A914-0F838DE31D23}" dt="2026-10-05T07:09:33.263" v="5" actId="26606"/>
          <ac:spMkLst>
            <pc:docMk/>
            <pc:sldMk cId="2228022642" sldId="259"/>
            <ac:spMk id="2" creationId="{9402C24E-CBFC-2DD6-476F-C5C9E83C8778}"/>
          </ac:spMkLst>
        </pc:spChg>
        <pc:spChg chg="mod">
          <ac:chgData name="Melika Khaki" userId="75656354-e9c6-49a0-abca-919f05bfe371" providerId="ADAL" clId="{E16931A2-A64A-50A1-A914-0F838DE31D23}" dt="2026-10-05T07:09:33.263" v="5" actId="26606"/>
          <ac:spMkLst>
            <pc:docMk/>
            <pc:sldMk cId="2228022642" sldId="259"/>
            <ac:spMk id="3" creationId="{71D6ACB4-E544-4844-C297-4CDADB861A8D}"/>
          </ac:spMkLst>
        </pc:spChg>
        <pc:picChg chg="add del mod">
          <ac:chgData name="Melika Khaki" userId="75656354-e9c6-49a0-abca-919f05bfe371" providerId="ADAL" clId="{E16931A2-A64A-50A1-A914-0F838DE31D23}" dt="2026-10-05T07:09:47.238" v="7" actId="478"/>
          <ac:picMkLst>
            <pc:docMk/>
            <pc:sldMk cId="2228022642" sldId="259"/>
            <ac:picMk id="4" creationId="{31522402-1045-EFE6-1EFE-7AC4116F43A8}"/>
          </ac:picMkLst>
        </pc:picChg>
        <pc:picChg chg="add mod">
          <ac:chgData name="Melika Khaki" userId="75656354-e9c6-49a0-abca-919f05bfe371" providerId="ADAL" clId="{E16931A2-A64A-50A1-A914-0F838DE31D23}" dt="2026-10-05T08:13:38.488" v="9" actId="1076"/>
          <ac:picMkLst>
            <pc:docMk/>
            <pc:sldMk cId="2228022642" sldId="259"/>
            <ac:picMk id="5" creationId="{09DDA2EF-6521-42AD-9060-986CBD40E376}"/>
          </ac:picMkLst>
        </pc:picChg>
      </pc:sldChg>
      <pc:sldChg chg="addSp modSp mod modAnim">
        <pc:chgData name="Melika Khaki" userId="75656354-e9c6-49a0-abca-919f05bfe371" providerId="ADAL" clId="{E16931A2-A64A-50A1-A914-0F838DE31D23}" dt="2026-10-05T08:19:01.314" v="38" actId="1076"/>
        <pc:sldMkLst>
          <pc:docMk/>
          <pc:sldMk cId="3274320307" sldId="263"/>
        </pc:sldMkLst>
        <pc:spChg chg="mod">
          <ac:chgData name="Melika Khaki" userId="75656354-e9c6-49a0-abca-919f05bfe371" providerId="ADAL" clId="{E16931A2-A64A-50A1-A914-0F838DE31D23}" dt="2026-10-05T08:16:12.927" v="30" actId="27636"/>
          <ac:spMkLst>
            <pc:docMk/>
            <pc:sldMk cId="3274320307" sldId="263"/>
            <ac:spMk id="3" creationId="{FF79FCAF-7008-916F-6790-2646BBBE1F41}"/>
          </ac:spMkLst>
        </pc:spChg>
        <pc:spChg chg="add">
          <ac:chgData name="Melika Khaki" userId="75656354-e9c6-49a0-abca-919f05bfe371" providerId="ADAL" clId="{E16931A2-A64A-50A1-A914-0F838DE31D23}" dt="2026-10-05T08:14:57.787" v="18" actId="22"/>
          <ac:spMkLst>
            <pc:docMk/>
            <pc:sldMk cId="3274320307" sldId="263"/>
            <ac:spMk id="5" creationId="{F0905025-E5F9-BA6E-ECCB-8CE2FE672DC7}"/>
          </ac:spMkLst>
        </pc:spChg>
        <pc:picChg chg="add mod">
          <ac:chgData name="Melika Khaki" userId="75656354-e9c6-49a0-abca-919f05bfe371" providerId="ADAL" clId="{E16931A2-A64A-50A1-A914-0F838DE31D23}" dt="2026-10-05T08:16:10.385" v="25" actId="1076"/>
          <ac:picMkLst>
            <pc:docMk/>
            <pc:sldMk cId="3274320307" sldId="263"/>
            <ac:picMk id="6" creationId="{49195DCA-F21B-3174-F4D3-284C2E770956}"/>
          </ac:picMkLst>
        </pc:picChg>
        <pc:picChg chg="add mod">
          <ac:chgData name="Melika Khaki" userId="75656354-e9c6-49a0-abca-919f05bfe371" providerId="ADAL" clId="{E16931A2-A64A-50A1-A914-0F838DE31D23}" dt="2026-10-05T08:19:01.314" v="38" actId="1076"/>
          <ac:picMkLst>
            <pc:docMk/>
            <pc:sldMk cId="3274320307" sldId="263"/>
            <ac:picMk id="7" creationId="{DA7F49BA-9E50-19C1-3D22-BEAC421D94D7}"/>
          </ac:picMkLst>
        </pc:picChg>
      </pc:sldChg>
      <pc:sldChg chg="addSp modSp new mod modAnim">
        <pc:chgData name="Melika Khaki" userId="75656354-e9c6-49a0-abca-919f05bfe371" providerId="ADAL" clId="{E16931A2-A64A-50A1-A914-0F838DE31D23}" dt="2026-10-05T08:17:33.520" v="36"/>
        <pc:sldMkLst>
          <pc:docMk/>
          <pc:sldMk cId="3630789041" sldId="275"/>
        </pc:sldMkLst>
        <pc:spChg chg="mod">
          <ac:chgData name="Melika Khaki" userId="75656354-e9c6-49a0-abca-919f05bfe371" providerId="ADAL" clId="{E16931A2-A64A-50A1-A914-0F838DE31D23}" dt="2026-10-05T08:17:33.520" v="36"/>
          <ac:spMkLst>
            <pc:docMk/>
            <pc:sldMk cId="3630789041" sldId="275"/>
            <ac:spMk id="2" creationId="{081E66DB-F306-1FB1-B835-F09A47497E9F}"/>
          </ac:spMkLst>
        </pc:spChg>
        <pc:spChg chg="mod">
          <ac:chgData name="Melika Khaki" userId="75656354-e9c6-49a0-abca-919f05bfe371" providerId="ADAL" clId="{E16931A2-A64A-50A1-A914-0F838DE31D23}" dt="2026-10-05T08:16:55.179" v="32"/>
          <ac:spMkLst>
            <pc:docMk/>
            <pc:sldMk cId="3630789041" sldId="275"/>
            <ac:spMk id="3" creationId="{CA0318D2-1853-2198-106C-10AAA7FF1436}"/>
          </ac:spMkLst>
        </pc:spChg>
        <pc:spChg chg="mod">
          <ac:chgData name="Melika Khaki" userId="75656354-e9c6-49a0-abca-919f05bfe371" providerId="ADAL" clId="{E16931A2-A64A-50A1-A914-0F838DE31D23}" dt="2026-10-05T08:17:01.577" v="33"/>
          <ac:spMkLst>
            <pc:docMk/>
            <pc:sldMk cId="3630789041" sldId="275"/>
            <ac:spMk id="4" creationId="{5858AC8F-5D84-4B05-C90F-F3B91A3519DB}"/>
          </ac:spMkLst>
        </pc:spChg>
        <pc:picChg chg="add mod">
          <ac:chgData name="Melika Khaki" userId="75656354-e9c6-49a0-abca-919f05bfe371" providerId="ADAL" clId="{E16931A2-A64A-50A1-A914-0F838DE31D23}" dt="2026-10-05T08:17:25.782" v="35" actId="1076"/>
          <ac:picMkLst>
            <pc:docMk/>
            <pc:sldMk cId="3630789041" sldId="275"/>
            <ac:picMk id="5" creationId="{E44D7270-61F5-483F-80A2-01478390BFF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b-NO"/>
          </a:p>
        </p:txBody>
      </p:sp>
      <p:sp>
        <p:nvSpPr>
          <p:cNvPr id="3" name="Plassholder for dato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FC6580F-EB69-45DD-B4F5-672204BBB17D}" type="datetime1">
              <a:rPr lang="nb-NO" smtClean="0"/>
              <a:t>05.10.2026</a:t>
            </a:fld>
            <a:endParaRPr lang="nb-NO"/>
          </a:p>
        </p:txBody>
      </p:sp>
      <p:sp>
        <p:nvSpPr>
          <p:cNvPr id="4" name="Plassholder for bunntekst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b-NO"/>
          </a:p>
        </p:txBody>
      </p:sp>
      <p:sp>
        <p:nvSpPr>
          <p:cNvPr id="5" name="Plassholder for lysbildenumm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nb-NO" smtClean="0"/>
              <a:t>‹#›</a:t>
            </a:fld>
            <a:endParaRPr lang="nb-NO"/>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b-NO" noProof="0"/>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D7E04B3E-1979-4F39-A6EF-22B2BA9FF4BE}" type="datetime1">
              <a:rPr lang="nb-NO" noProof="0" smtClean="0"/>
              <a:t>05.10.2026</a:t>
            </a:fld>
            <a:endParaRPr lang="nb-NO" noProof="0"/>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nb-NO" noProof="0"/>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nb-NO" noProof="0"/>
              <a:t>Klikk for å redigere tekststiler i malen</a:t>
            </a:r>
          </a:p>
          <a:p>
            <a:pPr lvl="1" rtl="0"/>
            <a:r>
              <a:rPr lang="nb-NO" noProof="0"/>
              <a:t>Andre nivå</a:t>
            </a:r>
          </a:p>
          <a:p>
            <a:pPr lvl="2" rtl="0"/>
            <a:r>
              <a:rPr lang="nb-NO" noProof="0"/>
              <a:t>Tredje nivå</a:t>
            </a:r>
          </a:p>
          <a:p>
            <a:pPr lvl="3" rtl="0"/>
            <a:r>
              <a:rPr lang="nb-NO" noProof="0"/>
              <a:t>Fjerde nivå</a:t>
            </a:r>
          </a:p>
          <a:p>
            <a:pPr lvl="4" rtl="0"/>
            <a:r>
              <a:rPr lang="nb-NO" noProof="0"/>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b-NO" noProof="0"/>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nb-NO" noProof="0" smtClean="0"/>
              <a:t>‹#›</a:t>
            </a:fld>
            <a:endParaRPr lang="nb-NO"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rtlCol="0"/>
          <a:lstStyle/>
          <a:p>
            <a:pPr rtl="0"/>
            <a:endParaRPr lang="nb-NO"/>
          </a:p>
        </p:txBody>
      </p:sp>
      <p:sp>
        <p:nvSpPr>
          <p:cNvPr id="4" name="Plassholder for lysbildenummer 3"/>
          <p:cNvSpPr>
            <a:spLocks noGrp="1"/>
          </p:cNvSpPr>
          <p:nvPr>
            <p:ph type="sldNum" sz="quarter" idx="5"/>
          </p:nvPr>
        </p:nvSpPr>
        <p:spPr/>
        <p:txBody>
          <a:bodyPr rtlCol="0"/>
          <a:lstStyle/>
          <a:p>
            <a:pPr rtl="0"/>
            <a:fld id="{C6B3AB32-59DF-41F1-9618-EDFBF5049629}" type="slidenum">
              <a:rPr lang="nb-NO" smtClean="0"/>
              <a:t>1</a:t>
            </a:fld>
            <a:endParaRPr lang="nb-NO"/>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n-NO"/>
          </a:p>
        </p:txBody>
      </p:sp>
      <p:sp>
        <p:nvSpPr>
          <p:cNvPr id="4" name="Slide Number Placeholder 3"/>
          <p:cNvSpPr>
            <a:spLocks noGrp="1"/>
          </p:cNvSpPr>
          <p:nvPr>
            <p:ph type="sldNum" sz="quarter" idx="5"/>
          </p:nvPr>
        </p:nvSpPr>
        <p:spPr/>
        <p:txBody>
          <a:bodyPr/>
          <a:lstStyle/>
          <a:p>
            <a:pPr rtl="0"/>
            <a:fld id="{C6B3AB32-59DF-41F1-9618-EDFBF5049629}" type="slidenum">
              <a:rPr lang="nb-NO" noProof="0" smtClean="0"/>
              <a:t>8</a:t>
            </a:fld>
            <a:endParaRPr lang="nb-NO" noProof="0"/>
          </a:p>
        </p:txBody>
      </p:sp>
    </p:spTree>
    <p:extLst>
      <p:ext uri="{BB962C8B-B14F-4D97-AF65-F5344CB8AC3E}">
        <p14:creationId xmlns:p14="http://schemas.microsoft.com/office/powerpoint/2010/main" val="293466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En bærbar PC skal i prinsippet gjøre det samme som en stasjonær PC, men den skal kunne tas med. Det skaper et problem: en bærbar må balansere fire ting samtidig – ytelse, batteritid, vekt og varme. Og den kan ikke være best på alle fire.</a:t>
            </a:r>
            <a:endParaRPr lang="nb-NO" dirty="0">
              <a:ea typeface="Calibri"/>
              <a:cs typeface="Calibri"/>
            </a:endParaRPr>
          </a:p>
          <a:p>
            <a:endParaRPr lang="nb-NO" dirty="0">
              <a:ea typeface="Calibri"/>
              <a:cs typeface="Calibri"/>
            </a:endParaRPr>
          </a:p>
          <a:p>
            <a:r>
              <a:rPr lang="nb-NO" dirty="0"/>
              <a:t>Tenk på det som biler. En sportsbil er rask, men bruker mye drivstoff, mens en liten elbil kommer langt, men vinner ikke noe race. Bærbare PC-er fungerer på samme måte. En </a:t>
            </a:r>
            <a:r>
              <a:rPr lang="nb-NO" dirty="0" err="1"/>
              <a:t>gaming</a:t>
            </a:r>
            <a:r>
              <a:rPr lang="nb-NO" dirty="0"/>
              <a:t>-laptop prioriterer ytelse og blir tung og varm, mens en </a:t>
            </a:r>
            <a:r>
              <a:rPr lang="nb-NO" dirty="0" err="1"/>
              <a:t>ultrabook</a:t>
            </a:r>
            <a:r>
              <a:rPr lang="nb-NO" dirty="0"/>
              <a:t> prioriterer lav vekt og lang batteritid.</a:t>
            </a:r>
            <a:endParaRPr lang="nb-NO" dirty="0">
              <a:ea typeface="Calibri"/>
              <a:cs typeface="Calibri"/>
            </a:endParaRPr>
          </a:p>
          <a:p>
            <a:endParaRPr lang="nb-NO" dirty="0">
              <a:ea typeface="Calibri"/>
              <a:cs typeface="Calibri"/>
            </a:endParaRPr>
          </a:p>
          <a:p>
            <a:r>
              <a:rPr lang="nb-NO" dirty="0"/>
              <a:t>Maskinvaren er tilpasset dette. Prosessorene i bærbare har lavere strømforbruk enn i stasjonære, og det måles i noe som kalles TDP – hvor mye varme brikken får lage. Derfor yter en bærbar mindre enn en stasjonær, selv om prosessorene kan ha nesten samme navn.</a:t>
            </a:r>
            <a:endParaRPr lang="nb-NO" dirty="0">
              <a:ea typeface="Calibri"/>
              <a:cs typeface="Calibri"/>
            </a:endParaRPr>
          </a:p>
          <a:p>
            <a:endParaRPr lang="nb-NO" dirty="0">
              <a:ea typeface="Calibri"/>
              <a:cs typeface="Calibri"/>
            </a:endParaRPr>
          </a:p>
          <a:p>
            <a:r>
              <a:rPr lang="nb-NO" dirty="0"/>
              <a:t>Et godt eksempel er Apple, som i 2020 byttet fra Intel-prosessorer til sine egne M-brikker, basert på ARM-arkitekturen – den samme typen som brukes i mobiler. Resultatet var bærbare som både er raske og har mye lengre batteritid.</a:t>
            </a:r>
            <a:endParaRPr lang="nb-NO" dirty="0">
              <a:ea typeface="Calibri"/>
              <a:cs typeface="Calibri"/>
            </a:endParaRPr>
          </a:p>
          <a:p>
            <a:endParaRPr lang="nb-NO" dirty="0">
              <a:ea typeface="Calibri"/>
              <a:cs typeface="Calibri"/>
            </a:endParaRPr>
          </a:p>
          <a:p>
            <a:r>
              <a:rPr lang="nb-NO" dirty="0"/>
              <a:t>Og når vi snakker om ARM, tar det oss videre til den maskinen de fleste av oss har i lomma.</a:t>
            </a:r>
            <a:endParaRPr lang="nb-NO" dirty="0">
              <a:ea typeface="Calibri"/>
              <a:cs typeface="Calibri"/>
            </a:endParaRPr>
          </a:p>
          <a:p>
            <a:endParaRPr lang="nb-NO" dirty="0">
              <a:ea typeface="Calibri"/>
              <a:cs typeface="Calibri"/>
            </a:endParaRPr>
          </a:p>
        </p:txBody>
      </p:sp>
      <p:sp>
        <p:nvSpPr>
          <p:cNvPr id="4" name="Slide Number Placeholder 3"/>
          <p:cNvSpPr>
            <a:spLocks noGrp="1"/>
          </p:cNvSpPr>
          <p:nvPr>
            <p:ph type="sldNum" sz="quarter" idx="5"/>
          </p:nvPr>
        </p:nvSpPr>
        <p:spPr/>
        <p:txBody>
          <a:bodyPr/>
          <a:lstStyle/>
          <a:p>
            <a:pPr rtl="0"/>
            <a:fld id="{C6B3AB32-59DF-41F1-9618-EDFBF5049629}" type="slidenum">
              <a:rPr lang="nb-NO" noProof="0" smtClean="0"/>
              <a:t>13</a:t>
            </a:fld>
            <a:endParaRPr lang="nb-NO" noProof="0"/>
          </a:p>
        </p:txBody>
      </p:sp>
    </p:spTree>
    <p:extLst>
      <p:ext uri="{BB962C8B-B14F-4D97-AF65-F5344CB8AC3E}">
        <p14:creationId xmlns:p14="http://schemas.microsoft.com/office/powerpoint/2010/main" val="1761037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En smarttelefon er i praksis en datamaskin presset til det ytterste. Den har ingen vifte og et lite batteri, men skal likevel ta bilder, spille spill og være på nett hele dagen.</a:t>
            </a:r>
            <a:endParaRPr lang="nb-NO">
              <a:ea typeface="Calibri"/>
              <a:cs typeface="Calibri"/>
            </a:endParaRPr>
          </a:p>
          <a:p>
            <a:endParaRPr lang="nb-NO">
              <a:ea typeface="Calibri"/>
              <a:cs typeface="Calibri"/>
            </a:endParaRPr>
          </a:p>
          <a:p>
            <a:r>
              <a:rPr lang="nb-NO"/>
              <a:t>Løsningen er noe som heter system-on-a-chip, eller </a:t>
            </a:r>
            <a:r>
              <a:rPr lang="nb-NO" err="1"/>
              <a:t>SoC</a:t>
            </a:r>
            <a:r>
              <a:rPr lang="nb-NO"/>
              <a:t>. I stedet for å ha prosessor, grafikkort, modem og AI-brikke hver for seg, samles alt på én liten brikke. Det sparer både plass og strøm, fordi dataene ikke trenger å reise langt.</a:t>
            </a:r>
            <a:endParaRPr lang="nb-NO">
              <a:ea typeface="Calibri"/>
              <a:cs typeface="Calibri"/>
            </a:endParaRPr>
          </a:p>
          <a:p>
            <a:endParaRPr lang="nb-NO">
              <a:ea typeface="Calibri"/>
              <a:cs typeface="Calibri"/>
            </a:endParaRPr>
          </a:p>
          <a:p>
            <a:r>
              <a:rPr lang="nb-NO"/>
              <a:t>Mobilprosessorer har også både store og små kjerner. Når du bare sjekker meldinger, jobber de små, strømgjerrige kjernene. Når du starter et spill, tar de store over. Det er som en bil med både øko-modus og sportsmodus – du bruker bare kraften når du trenger den.</a:t>
            </a:r>
            <a:endParaRPr lang="nb-NO">
              <a:ea typeface="Calibri"/>
              <a:cs typeface="Calibri"/>
            </a:endParaRPr>
          </a:p>
          <a:p>
            <a:endParaRPr lang="nb-NO">
              <a:ea typeface="Calibri"/>
              <a:cs typeface="Calibri"/>
            </a:endParaRPr>
          </a:p>
          <a:p>
            <a:r>
              <a:rPr lang="nb-NO"/>
              <a:t>Det viktigste målet for en mobil er altså ikke rå ytelse, men ytelse per watt – hvor mye man får ut av hver dråpe strøm.</a:t>
            </a:r>
            <a:endParaRPr lang="nb-NO">
              <a:ea typeface="Calibri"/>
              <a:cs typeface="Calibri"/>
            </a:endParaRPr>
          </a:p>
          <a:p>
            <a:endParaRPr lang="nb-NO">
              <a:ea typeface="Calibri"/>
              <a:cs typeface="Calibri"/>
            </a:endParaRPr>
          </a:p>
          <a:p>
            <a:r>
              <a:rPr lang="nb-NO"/>
              <a:t>Men hva skjer om vi går til det motsatte ytterpunktet, der batteri ikke betyr noe i det hele tatt?</a:t>
            </a:r>
            <a:endParaRPr lang="nb-NO">
              <a:ea typeface="Calibri"/>
              <a:cs typeface="Calibri"/>
            </a:endParaRPr>
          </a:p>
          <a:p>
            <a:endParaRPr lang="nb-NO">
              <a:ea typeface="Calibri"/>
              <a:cs typeface="Calibri"/>
            </a:endParaRPr>
          </a:p>
        </p:txBody>
      </p:sp>
      <p:sp>
        <p:nvSpPr>
          <p:cNvPr id="4" name="Slide Number Placeholder 3"/>
          <p:cNvSpPr>
            <a:spLocks noGrp="1"/>
          </p:cNvSpPr>
          <p:nvPr>
            <p:ph type="sldNum" sz="quarter" idx="5"/>
          </p:nvPr>
        </p:nvSpPr>
        <p:spPr/>
        <p:txBody>
          <a:bodyPr/>
          <a:lstStyle/>
          <a:p>
            <a:pPr rtl="0"/>
            <a:fld id="{C6B3AB32-59DF-41F1-9618-EDFBF5049629}" type="slidenum">
              <a:rPr lang="nb-NO" noProof="0" smtClean="0"/>
              <a:t>14</a:t>
            </a:fld>
            <a:endParaRPr lang="nb-NO" noProof="0"/>
          </a:p>
        </p:txBody>
      </p:sp>
    </p:spTree>
    <p:extLst>
      <p:ext uri="{BB962C8B-B14F-4D97-AF65-F5344CB8AC3E}">
        <p14:creationId xmlns:p14="http://schemas.microsoft.com/office/powerpoint/2010/main" val="203357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En superdatamaskin er ikke én stor maskin, men tusenvis av datamaskiner koblet sammen som jobber på samme problem samtidig. Hver av dem kalles en node. Tenk på det som å male et stort hus: én maler bruker lang tid, men tusen malere som tar hver sin del, blir ferdige på et øyeblikk.</a:t>
            </a:r>
            <a:endParaRPr lang="nb-NO">
              <a:ea typeface="Calibri"/>
              <a:cs typeface="Calibri"/>
            </a:endParaRPr>
          </a:p>
          <a:p>
            <a:endParaRPr lang="nb-NO">
              <a:ea typeface="Calibri"/>
              <a:cs typeface="Calibri"/>
            </a:endParaRPr>
          </a:p>
          <a:p>
            <a:r>
              <a:rPr lang="nb-NO"/>
              <a:t>Superdatamaskiner brukes til problemer som er altfor store for vanlige maskiner – som klimamodeller, værvarsling, utvikling av medisiner og trening av store AI-modeller.</a:t>
            </a:r>
            <a:endParaRPr lang="nb-NO">
              <a:ea typeface="Calibri"/>
              <a:cs typeface="Calibri"/>
            </a:endParaRPr>
          </a:p>
          <a:p>
            <a:r>
              <a:rPr lang="nb-NO"/>
              <a:t>Ytelsen måles i FLOPS, altså hvor mange beregninger maskinen klarer per sekund. De kraftigste klarer over en milliard milliarder beregninger i sekundet, og de rangeres på en liste som heter TOP500.</a:t>
            </a:r>
            <a:endParaRPr lang="nb-NO">
              <a:ea typeface="Calibri"/>
              <a:cs typeface="Calibri"/>
            </a:endParaRPr>
          </a:p>
          <a:p>
            <a:endParaRPr lang="nb-NO">
              <a:ea typeface="Calibri"/>
              <a:cs typeface="Calibri"/>
            </a:endParaRPr>
          </a:p>
          <a:p>
            <a:r>
              <a:rPr lang="nb-NO"/>
              <a:t>Et eksempel nær oss er LUMI i Finland, som Norge er med og eier, og som brukes av norske forskere.</a:t>
            </a:r>
            <a:endParaRPr lang="nb-NO">
              <a:ea typeface="Calibri"/>
              <a:cs typeface="Calibri"/>
            </a:endParaRPr>
          </a:p>
          <a:p>
            <a:r>
              <a:rPr lang="nb-NO"/>
              <a:t>Her er strøm fortsatt et problem, men på en helt annen måte enn i mobilen. En superdatamaskin kan bruke like mye strøm som en liten by, så det handler ikke om batteritid, men om strømregning og kjøling.</a:t>
            </a:r>
            <a:endParaRPr lang="nb-NO">
              <a:ea typeface="Calibri"/>
              <a:cs typeface="Calibri"/>
            </a:endParaRPr>
          </a:p>
          <a:p>
            <a:endParaRPr lang="nb-NO">
              <a:ea typeface="Calibri"/>
              <a:cs typeface="Calibri"/>
            </a:endParaRPr>
          </a:p>
          <a:p>
            <a:r>
              <a:rPr lang="nb-NO"/>
              <a:t>Så hvis vi ser på de tre sammen: mobilen sparer strøm, den bærbare balanserer, og superdatamaskinen skalerer opp. Maskinvaren er alltid skreddersydd for det den skal brukes til.</a:t>
            </a:r>
            <a:endParaRPr lang="nb-NO">
              <a:ea typeface="Calibri"/>
              <a:cs typeface="Calibri"/>
            </a:endParaRPr>
          </a:p>
          <a:p>
            <a:endParaRPr lang="nb-NO">
              <a:ea typeface="Calibri"/>
              <a:cs typeface="Calibri"/>
            </a:endParaRPr>
          </a:p>
        </p:txBody>
      </p:sp>
      <p:sp>
        <p:nvSpPr>
          <p:cNvPr id="4" name="Slide Number Placeholder 3"/>
          <p:cNvSpPr>
            <a:spLocks noGrp="1"/>
          </p:cNvSpPr>
          <p:nvPr>
            <p:ph type="sldNum" sz="quarter" idx="5"/>
          </p:nvPr>
        </p:nvSpPr>
        <p:spPr/>
        <p:txBody>
          <a:bodyPr/>
          <a:lstStyle/>
          <a:p>
            <a:pPr rtl="0"/>
            <a:fld id="{C6B3AB32-59DF-41F1-9618-EDFBF5049629}" type="slidenum">
              <a:rPr lang="nb-NO" noProof="0" smtClean="0"/>
              <a:t>15</a:t>
            </a:fld>
            <a:endParaRPr lang="nb-NO" noProof="0"/>
          </a:p>
        </p:txBody>
      </p:sp>
    </p:spTree>
    <p:extLst>
      <p:ext uri="{BB962C8B-B14F-4D97-AF65-F5344CB8AC3E}">
        <p14:creationId xmlns:p14="http://schemas.microsoft.com/office/powerpoint/2010/main" val="2245236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dirty="0"/>
          </a:p>
        </p:txBody>
      </p:sp>
      <p:sp>
        <p:nvSpPr>
          <p:cNvPr id="4" name="Plassholder for lysbildenummer 3"/>
          <p:cNvSpPr>
            <a:spLocks noGrp="1"/>
          </p:cNvSpPr>
          <p:nvPr>
            <p:ph type="sldNum" sz="quarter" idx="5"/>
          </p:nvPr>
        </p:nvSpPr>
        <p:spPr/>
        <p:txBody>
          <a:bodyPr/>
          <a:lstStyle/>
          <a:p>
            <a:pPr rtl="0"/>
            <a:fld id="{C6B3AB32-59DF-41F1-9618-EDFBF5049629}" type="slidenum">
              <a:rPr lang="nb-NO" noProof="0" smtClean="0"/>
              <a:t>16</a:t>
            </a:fld>
            <a:endParaRPr lang="nb-NO" noProof="0"/>
          </a:p>
        </p:txBody>
      </p:sp>
    </p:spTree>
    <p:extLst>
      <p:ext uri="{BB962C8B-B14F-4D97-AF65-F5344CB8AC3E}">
        <p14:creationId xmlns:p14="http://schemas.microsoft.com/office/powerpoint/2010/main" val="2159978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7" name="Rektangel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n-NO"/>
          </a:p>
        </p:txBody>
      </p:sp>
      <p:sp>
        <p:nvSpPr>
          <p:cNvPr id="2" name="Tittel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nb-NO" noProof="0"/>
              <a:t>Klikk for å redigere tittelstil i malen</a:t>
            </a:r>
          </a:p>
        </p:txBody>
      </p:sp>
      <p:sp>
        <p:nvSpPr>
          <p:cNvPr id="3" name="Undertittel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n-US" noProof="0"/>
              <a:t>Click to edit Master subtitle style</a:t>
            </a:r>
            <a:endParaRPr lang="nb-NO" noProof="0"/>
          </a:p>
        </p:txBody>
      </p:sp>
      <p:sp>
        <p:nvSpPr>
          <p:cNvPr id="4" name="Plassholder for dato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99A5D619-C1BB-489E-9E9C-C713F825652F}" type="datetime1">
              <a:rPr lang="nb-NO" noProof="0" smtClean="0"/>
              <a:t>05.10.2026</a:t>
            </a:fld>
            <a:endParaRPr lang="nb-NO" noProof="0"/>
          </a:p>
        </p:txBody>
      </p:sp>
      <p:sp>
        <p:nvSpPr>
          <p:cNvPr id="5" name="Plassholder for bunntekst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nb-NO" noProof="0"/>
          </a:p>
        </p:txBody>
      </p:sp>
      <p:sp>
        <p:nvSpPr>
          <p:cNvPr id="6" name="Plassholder for lysbildenummer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nb-NO" noProof="0" smtClean="0"/>
              <a:pPr rtl="0"/>
              <a:t>‹#›</a:t>
            </a:fld>
            <a:endParaRPr lang="nb-NO"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7" name="Rektangel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n-NO"/>
          </a:p>
        </p:txBody>
      </p:sp>
      <p:sp>
        <p:nvSpPr>
          <p:cNvPr id="2" name="Tittel 1"/>
          <p:cNvSpPr>
            <a:spLocks noGrp="1"/>
          </p:cNvSpPr>
          <p:nvPr>
            <p:ph type="title" hasCustomPrompt="1"/>
          </p:nvPr>
        </p:nvSpPr>
        <p:spPr>
          <a:xfrm>
            <a:off x="581192" y="702156"/>
            <a:ext cx="11029616" cy="1013800"/>
          </a:xfrm>
        </p:spPr>
        <p:txBody>
          <a:bodyPr rtlCol="0"/>
          <a:lstStyle/>
          <a:p>
            <a:pPr rtl="0"/>
            <a:r>
              <a:rPr lang="nb-NO" noProof="0"/>
              <a:t>Klikk for å redigere tittelstil i malen</a:t>
            </a:r>
          </a:p>
        </p:txBody>
      </p:sp>
      <p:sp>
        <p:nvSpPr>
          <p:cNvPr id="3" name="Plassholder for innhold 2"/>
          <p:cNvSpPr>
            <a:spLocks noGrp="1"/>
          </p:cNvSpPr>
          <p:nvPr>
            <p:ph idx="1"/>
          </p:nvPr>
        </p:nvSpPr>
        <p:spPr>
          <a:xfrm>
            <a:off x="581192" y="2180496"/>
            <a:ext cx="11029615" cy="3678303"/>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nb-NO" noProof="0"/>
          </a:p>
        </p:txBody>
      </p:sp>
      <p:sp>
        <p:nvSpPr>
          <p:cNvPr id="4" name="Plassholder for dato 3"/>
          <p:cNvSpPr>
            <a:spLocks noGrp="1"/>
          </p:cNvSpPr>
          <p:nvPr>
            <p:ph type="dt" sz="half" idx="10"/>
          </p:nvPr>
        </p:nvSpPr>
        <p:spPr/>
        <p:txBody>
          <a:bodyPr rtlCol="0"/>
          <a:lstStyle/>
          <a:p>
            <a:pPr rtl="0"/>
            <a:fld id="{AAB525F2-2F3A-432B-8CB1-0B46E6AE6898}" type="datetime1">
              <a:rPr lang="nb-NO" noProof="0" smtClean="0"/>
              <a:t>05.10.2026</a:t>
            </a:fld>
            <a:endParaRPr lang="nb-NO" noProof="0"/>
          </a:p>
        </p:txBody>
      </p:sp>
      <p:sp>
        <p:nvSpPr>
          <p:cNvPr id="5" name="Plassholder for bunntekst 4"/>
          <p:cNvSpPr>
            <a:spLocks noGrp="1"/>
          </p:cNvSpPr>
          <p:nvPr>
            <p:ph type="ftr" sz="quarter" idx="11"/>
          </p:nvPr>
        </p:nvSpPr>
        <p:spPr/>
        <p:txBody>
          <a:bodyPr rtlCol="0"/>
          <a:lstStyle/>
          <a:p>
            <a:pPr rtl="0"/>
            <a:endParaRPr lang="nb-NO" noProof="0"/>
          </a:p>
        </p:txBody>
      </p:sp>
      <p:sp>
        <p:nvSpPr>
          <p:cNvPr id="6" name="Plassholder for lysbildenummer 5"/>
          <p:cNvSpPr>
            <a:spLocks noGrp="1"/>
          </p:cNvSpPr>
          <p:nvPr>
            <p:ph type="sldNum" sz="quarter" idx="12"/>
          </p:nvPr>
        </p:nvSpPr>
        <p:spPr>
          <a:xfrm>
            <a:off x="10558300" y="5956137"/>
            <a:ext cx="1052508" cy="365125"/>
          </a:xfrm>
        </p:spPr>
        <p:txBody>
          <a:bodyPr rtlCol="0"/>
          <a:lstStyle/>
          <a:p>
            <a:pPr rtl="0"/>
            <a:fld id="{D57F1E4F-1CFF-5643-939E-217C01CDF565}" type="slidenum">
              <a:rPr lang="nb-NO" noProof="0" smtClean="0"/>
              <a:pPr rtl="0"/>
              <a:t>‹#›</a:t>
            </a:fld>
            <a:endParaRPr lang="nb-NO"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8" name="Rektangel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tel 1"/>
          <p:cNvSpPr>
            <a:spLocks noGrp="1"/>
          </p:cNvSpPr>
          <p:nvPr>
            <p:ph type="title" hasCustomPrompt="1"/>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nb-NO" noProof="0"/>
              <a:t>Klikk for å redigere tittelstil i malen</a:t>
            </a:r>
          </a:p>
        </p:txBody>
      </p:sp>
      <p:sp>
        <p:nvSpPr>
          <p:cNvPr id="3" name="Plassholder for tekst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4" name="Plassholder for dato 3"/>
          <p:cNvSpPr>
            <a:spLocks noGrp="1"/>
          </p:cNvSpPr>
          <p:nvPr>
            <p:ph type="dt" sz="half" idx="10"/>
          </p:nvPr>
        </p:nvSpPr>
        <p:spPr/>
        <p:txBody>
          <a:bodyPr rtlCol="0"/>
          <a:lstStyle>
            <a:lvl1pPr>
              <a:defRPr>
                <a:solidFill>
                  <a:schemeClr val="accent1">
                    <a:lumMod val="75000"/>
                    <a:lumOff val="25000"/>
                  </a:schemeClr>
                </a:solidFill>
              </a:defRPr>
            </a:lvl1pPr>
          </a:lstStyle>
          <a:p>
            <a:pPr rtl="0"/>
            <a:fld id="{EE815797-FB07-458C-8FCF-46A2462FD47C}" type="datetime1">
              <a:rPr lang="nb-NO" noProof="0" smtClean="0"/>
              <a:t>05.10.2026</a:t>
            </a:fld>
            <a:endParaRPr lang="nb-NO" noProof="0"/>
          </a:p>
        </p:txBody>
      </p:sp>
      <p:sp>
        <p:nvSpPr>
          <p:cNvPr id="5" name="Plassholder for bunntekst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nb-NO" noProof="0"/>
          </a:p>
        </p:txBody>
      </p:sp>
      <p:sp>
        <p:nvSpPr>
          <p:cNvPr id="6" name="Plassholder for lysbildenummer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nb-NO" noProof="0" smtClean="0"/>
              <a:pPr rtl="0"/>
              <a:t>‹#›</a:t>
            </a:fld>
            <a:endParaRPr lang="nb-NO"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8" name="Rektangel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n-NO"/>
          </a:p>
        </p:txBody>
      </p:sp>
      <p:sp>
        <p:nvSpPr>
          <p:cNvPr id="2" name="Tittel 1"/>
          <p:cNvSpPr>
            <a:spLocks noGrp="1"/>
          </p:cNvSpPr>
          <p:nvPr>
            <p:ph type="title" hasCustomPrompt="1"/>
          </p:nvPr>
        </p:nvSpPr>
        <p:spPr>
          <a:xfrm>
            <a:off x="581193" y="729658"/>
            <a:ext cx="11029616" cy="988332"/>
          </a:xfrm>
        </p:spPr>
        <p:txBody>
          <a:bodyPr rtlCol="0"/>
          <a:lstStyle/>
          <a:p>
            <a:pPr rtl="0"/>
            <a:r>
              <a:rPr lang="nb-NO" noProof="0"/>
              <a:t>Klikk for å redigere tittelstil i malen</a:t>
            </a:r>
          </a:p>
        </p:txBody>
      </p:sp>
      <p:sp>
        <p:nvSpPr>
          <p:cNvPr id="3" name="Plassholder for innhold 2"/>
          <p:cNvSpPr>
            <a:spLocks noGrp="1"/>
          </p:cNvSpPr>
          <p:nvPr>
            <p:ph sz="half" idx="1"/>
          </p:nvPr>
        </p:nvSpPr>
        <p:spPr>
          <a:xfrm>
            <a:off x="581193" y="2228003"/>
            <a:ext cx="5422390" cy="3633047"/>
          </a:xfrm>
        </p:spPr>
        <p:txBody>
          <a:bodyPr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nb-NO" noProof="0"/>
          </a:p>
        </p:txBody>
      </p:sp>
      <p:sp>
        <p:nvSpPr>
          <p:cNvPr id="4" name="Plassholder for innhold 3"/>
          <p:cNvSpPr>
            <a:spLocks noGrp="1"/>
          </p:cNvSpPr>
          <p:nvPr>
            <p:ph sz="half" idx="2"/>
          </p:nvPr>
        </p:nvSpPr>
        <p:spPr>
          <a:xfrm>
            <a:off x="6188417" y="2228003"/>
            <a:ext cx="5422392" cy="3633047"/>
          </a:xfrm>
        </p:spPr>
        <p:txBody>
          <a:bodyPr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nb-NO" noProof="0"/>
          </a:p>
        </p:txBody>
      </p:sp>
      <p:sp>
        <p:nvSpPr>
          <p:cNvPr id="5" name="Plassholder for dato 4"/>
          <p:cNvSpPr>
            <a:spLocks noGrp="1"/>
          </p:cNvSpPr>
          <p:nvPr>
            <p:ph type="dt" sz="half" idx="10"/>
          </p:nvPr>
        </p:nvSpPr>
        <p:spPr/>
        <p:txBody>
          <a:bodyPr rtlCol="0"/>
          <a:lstStyle/>
          <a:p>
            <a:pPr rtl="0"/>
            <a:fld id="{0FABBC0B-907B-4736-AE67-F052B58C71C7}" type="datetime1">
              <a:rPr lang="nb-NO" noProof="0" smtClean="0"/>
              <a:t>05.10.2026</a:t>
            </a:fld>
            <a:endParaRPr lang="nb-NO" noProof="0"/>
          </a:p>
        </p:txBody>
      </p:sp>
      <p:sp>
        <p:nvSpPr>
          <p:cNvPr id="6" name="Plassholder for bunntekst 5"/>
          <p:cNvSpPr>
            <a:spLocks noGrp="1"/>
          </p:cNvSpPr>
          <p:nvPr>
            <p:ph type="ftr" sz="quarter" idx="11"/>
          </p:nvPr>
        </p:nvSpPr>
        <p:spPr/>
        <p:txBody>
          <a:bodyPr rtlCol="0"/>
          <a:lstStyle/>
          <a:p>
            <a:pPr rtl="0"/>
            <a:endParaRPr lang="nb-NO" noProof="0"/>
          </a:p>
        </p:txBody>
      </p:sp>
      <p:sp>
        <p:nvSpPr>
          <p:cNvPr id="7" name="Plassholder for lysbildenummer 6"/>
          <p:cNvSpPr>
            <a:spLocks noGrp="1"/>
          </p:cNvSpPr>
          <p:nvPr>
            <p:ph type="sldNum" sz="quarter" idx="12"/>
          </p:nvPr>
        </p:nvSpPr>
        <p:spPr/>
        <p:txBody>
          <a:bodyPr rtlCol="0"/>
          <a:lstStyle/>
          <a:p>
            <a:pPr rtl="0"/>
            <a:fld id="{D57F1E4F-1CFF-5643-939E-217C01CDF565}" type="slidenum">
              <a:rPr lang="nb-NO" noProof="0" smtClean="0"/>
              <a:pPr rtl="0"/>
              <a:t>‹#›</a:t>
            </a:fld>
            <a:endParaRPr lang="nb-NO"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11" name="Rektangel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tel 1"/>
          <p:cNvSpPr>
            <a:spLocks noGrp="1"/>
          </p:cNvSpPr>
          <p:nvPr>
            <p:ph type="title" hasCustomPrompt="1"/>
          </p:nvPr>
        </p:nvSpPr>
        <p:spPr>
          <a:xfrm>
            <a:off x="581193" y="729658"/>
            <a:ext cx="11029616" cy="988332"/>
          </a:xfrm>
        </p:spPr>
        <p:txBody>
          <a:bodyPr rtlCol="0"/>
          <a:lstStyle/>
          <a:p>
            <a:pPr rtl="0"/>
            <a:r>
              <a:rPr lang="nb-NO" noProof="0"/>
              <a:t>Klikk for å redigere tittelstil i malen</a:t>
            </a:r>
          </a:p>
        </p:txBody>
      </p:sp>
      <p:sp>
        <p:nvSpPr>
          <p:cNvPr id="3" name="Plassholder for tekst 2"/>
          <p:cNvSpPr>
            <a:spLocks noGrp="1"/>
          </p:cNvSpPr>
          <p:nvPr>
            <p:ph type="body" idx="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Plassholder for innhold 3"/>
          <p:cNvSpPr>
            <a:spLocks noGrp="1"/>
          </p:cNvSpPr>
          <p:nvPr>
            <p:ph sz="half" idx="2"/>
          </p:nvPr>
        </p:nvSpPr>
        <p:spPr>
          <a:xfrm>
            <a:off x="581194" y="2926052"/>
            <a:ext cx="5393100" cy="2934999"/>
          </a:xfrm>
        </p:spPr>
        <p:txBody>
          <a:bodyPr rtlCol="0" anchor="t">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nb-NO" noProof="0"/>
          </a:p>
        </p:txBody>
      </p:sp>
      <p:sp>
        <p:nvSpPr>
          <p:cNvPr id="5" name="Plassholder for tekst 4"/>
          <p:cNvSpPr>
            <a:spLocks noGrp="1"/>
          </p:cNvSpPr>
          <p:nvPr>
            <p:ph type="body" sz="quarter" idx="3"/>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Plassholder for innhold 5"/>
          <p:cNvSpPr>
            <a:spLocks noGrp="1"/>
          </p:cNvSpPr>
          <p:nvPr>
            <p:ph sz="quarter" idx="4"/>
          </p:nvPr>
        </p:nvSpPr>
        <p:spPr>
          <a:xfrm>
            <a:off x="6217709" y="2926052"/>
            <a:ext cx="5393100" cy="2934999"/>
          </a:xfrm>
        </p:spPr>
        <p:txBody>
          <a:bodyPr rtlCol="0" anchor="t">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nb-NO" noProof="0"/>
          </a:p>
        </p:txBody>
      </p:sp>
      <p:sp>
        <p:nvSpPr>
          <p:cNvPr id="7" name="Plassholder for dato 6"/>
          <p:cNvSpPr>
            <a:spLocks noGrp="1"/>
          </p:cNvSpPr>
          <p:nvPr>
            <p:ph type="dt" sz="half" idx="10"/>
          </p:nvPr>
        </p:nvSpPr>
        <p:spPr/>
        <p:txBody>
          <a:bodyPr rtlCol="0"/>
          <a:lstStyle/>
          <a:p>
            <a:pPr rtl="0"/>
            <a:fld id="{D8AC01AF-ED7D-47F9-AFF8-CACA6F516523}" type="datetime1">
              <a:rPr lang="nb-NO" noProof="0" smtClean="0"/>
              <a:t>05.10.2026</a:t>
            </a:fld>
            <a:endParaRPr lang="nb-NO" noProof="0"/>
          </a:p>
        </p:txBody>
      </p:sp>
      <p:sp>
        <p:nvSpPr>
          <p:cNvPr id="8" name="Plassholder for bunntekst 7"/>
          <p:cNvSpPr>
            <a:spLocks noGrp="1"/>
          </p:cNvSpPr>
          <p:nvPr>
            <p:ph type="ftr" sz="quarter" idx="11"/>
          </p:nvPr>
        </p:nvSpPr>
        <p:spPr/>
        <p:txBody>
          <a:bodyPr rtlCol="0"/>
          <a:lstStyle/>
          <a:p>
            <a:pPr rtl="0"/>
            <a:endParaRPr lang="nb-NO" noProof="0"/>
          </a:p>
        </p:txBody>
      </p:sp>
      <p:sp>
        <p:nvSpPr>
          <p:cNvPr id="9" name="Plassholder for lysbildenummer 8"/>
          <p:cNvSpPr>
            <a:spLocks noGrp="1"/>
          </p:cNvSpPr>
          <p:nvPr>
            <p:ph type="sldNum" sz="quarter" idx="12"/>
          </p:nvPr>
        </p:nvSpPr>
        <p:spPr/>
        <p:txBody>
          <a:bodyPr rtlCol="0"/>
          <a:lstStyle/>
          <a:p>
            <a:pPr rtl="0"/>
            <a:fld id="{D57F1E4F-1CFF-5643-939E-217C01CDF565}" type="slidenum">
              <a:rPr lang="nb-NO" noProof="0" smtClean="0"/>
              <a:pPr rtl="0"/>
              <a:t>‹#›</a:t>
            </a:fld>
            <a:endParaRPr lang="nb-NO"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3" name="Plassholder for dato 2"/>
          <p:cNvSpPr>
            <a:spLocks noGrp="1"/>
          </p:cNvSpPr>
          <p:nvPr>
            <p:ph type="dt" sz="half" idx="10"/>
          </p:nvPr>
        </p:nvSpPr>
        <p:spPr/>
        <p:txBody>
          <a:bodyPr rtlCol="0"/>
          <a:lstStyle/>
          <a:p>
            <a:pPr rtl="0"/>
            <a:fld id="{CB74A9DB-E3B1-4A43-9BEF-AE91A5570F95}" type="datetime1">
              <a:rPr lang="nb-NO" noProof="0" smtClean="0"/>
              <a:t>05.10.2026</a:t>
            </a:fld>
            <a:endParaRPr lang="nb-NO" noProof="0"/>
          </a:p>
        </p:txBody>
      </p:sp>
      <p:sp>
        <p:nvSpPr>
          <p:cNvPr id="4" name="Plassholder for bunntekst 3"/>
          <p:cNvSpPr>
            <a:spLocks noGrp="1"/>
          </p:cNvSpPr>
          <p:nvPr>
            <p:ph type="ftr" sz="quarter" idx="11"/>
          </p:nvPr>
        </p:nvSpPr>
        <p:spPr/>
        <p:txBody>
          <a:bodyPr rtlCol="0"/>
          <a:lstStyle/>
          <a:p>
            <a:pPr rtl="0"/>
            <a:endParaRPr lang="nb-NO" noProof="0"/>
          </a:p>
        </p:txBody>
      </p:sp>
      <p:sp>
        <p:nvSpPr>
          <p:cNvPr id="5" name="Plassholder for lysbildenummer 4"/>
          <p:cNvSpPr>
            <a:spLocks noGrp="1"/>
          </p:cNvSpPr>
          <p:nvPr>
            <p:ph type="sldNum" sz="quarter" idx="12"/>
          </p:nvPr>
        </p:nvSpPr>
        <p:spPr/>
        <p:txBody>
          <a:bodyPr rtlCol="0"/>
          <a:lstStyle/>
          <a:p>
            <a:pPr rtl="0"/>
            <a:fld id="{D57F1E4F-1CFF-5643-939E-217C01CDF565}" type="slidenum">
              <a:rPr lang="nb-NO" noProof="0" smtClean="0"/>
              <a:pPr rtl="0"/>
              <a:t>‹#›</a:t>
            </a:fld>
            <a:endParaRPr lang="nb-NO" noProof="0"/>
          </a:p>
        </p:txBody>
      </p:sp>
      <p:sp>
        <p:nvSpPr>
          <p:cNvPr id="7" name="Rektangel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tel 1"/>
          <p:cNvSpPr>
            <a:spLocks noGrp="1"/>
          </p:cNvSpPr>
          <p:nvPr>
            <p:ph type="title" hasCustomPrompt="1"/>
          </p:nvPr>
        </p:nvSpPr>
        <p:spPr>
          <a:xfrm>
            <a:off x="575894" y="729658"/>
            <a:ext cx="11029616" cy="988332"/>
          </a:xfrm>
        </p:spPr>
        <p:txBody>
          <a:bodyPr rtlCol="0"/>
          <a:lstStyle/>
          <a:p>
            <a:pPr rtl="0"/>
            <a:r>
              <a:rPr lang="nb-NO" noProof="0"/>
              <a:t>Klikk for å redigere tittelstil i malen</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rtlCol="0"/>
          <a:lstStyle/>
          <a:p>
            <a:pPr rtl="0"/>
            <a:fld id="{9CA89484-253E-4360-B4FF-72AA8ABF9166}" type="datetime1">
              <a:rPr lang="nb-NO" noProof="0" smtClean="0"/>
              <a:t>05.10.2026</a:t>
            </a:fld>
            <a:endParaRPr lang="nb-NO" noProof="0"/>
          </a:p>
        </p:txBody>
      </p:sp>
      <p:sp>
        <p:nvSpPr>
          <p:cNvPr id="3" name="Plassholder for bunntekst 2"/>
          <p:cNvSpPr>
            <a:spLocks noGrp="1"/>
          </p:cNvSpPr>
          <p:nvPr>
            <p:ph type="ftr" sz="quarter" idx="11"/>
          </p:nvPr>
        </p:nvSpPr>
        <p:spPr/>
        <p:txBody>
          <a:bodyPr rtlCol="0"/>
          <a:lstStyle/>
          <a:p>
            <a:pPr rtl="0"/>
            <a:endParaRPr lang="nb-NO" noProof="0"/>
          </a:p>
        </p:txBody>
      </p:sp>
      <p:sp>
        <p:nvSpPr>
          <p:cNvPr id="4" name="Plassholder for lysbildenummer 3"/>
          <p:cNvSpPr>
            <a:spLocks noGrp="1"/>
          </p:cNvSpPr>
          <p:nvPr>
            <p:ph type="sldNum" sz="quarter" idx="12"/>
          </p:nvPr>
        </p:nvSpPr>
        <p:spPr/>
        <p:txBody>
          <a:bodyPr rtlCol="0"/>
          <a:lstStyle/>
          <a:p>
            <a:pPr rtl="0"/>
            <a:fld id="{D57F1E4F-1CFF-5643-939E-217C01CDF565}" type="slidenum">
              <a:rPr lang="nb-NO" noProof="0" smtClean="0"/>
              <a:pPr rtl="0"/>
              <a:t>‹#›</a:t>
            </a:fld>
            <a:endParaRPr lang="nb-NO"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bildetekst">
    <p:spTree>
      <p:nvGrpSpPr>
        <p:cNvPr id="1" name=""/>
        <p:cNvGrpSpPr/>
        <p:nvPr/>
      </p:nvGrpSpPr>
      <p:grpSpPr>
        <a:xfrm>
          <a:off x="0" y="0"/>
          <a:ext cx="0" cy="0"/>
          <a:chOff x="0" y="0"/>
          <a:chExt cx="0" cy="0"/>
        </a:xfrm>
      </p:grpSpPr>
      <p:sp>
        <p:nvSpPr>
          <p:cNvPr id="9" name="Rektangel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tel 1"/>
          <p:cNvSpPr>
            <a:spLocks noGrp="1"/>
          </p:cNvSpPr>
          <p:nvPr>
            <p:ph type="title" hasCustomPrompt="1"/>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nb-NO" noProof="0"/>
              <a:t>Klikk for å redigere tittelstil i malen</a:t>
            </a:r>
          </a:p>
        </p:txBody>
      </p:sp>
      <p:sp>
        <p:nvSpPr>
          <p:cNvPr id="3" name="Plassholder for innhold 2"/>
          <p:cNvSpPr>
            <a:spLocks noGrp="1"/>
          </p:cNvSpPr>
          <p:nvPr>
            <p:ph idx="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nb-NO" noProof="0"/>
          </a:p>
        </p:txBody>
      </p:sp>
      <p:sp>
        <p:nvSpPr>
          <p:cNvPr id="4" name="Plassholder for tekst 3"/>
          <p:cNvSpPr>
            <a:spLocks noGrp="1"/>
          </p:cNvSpPr>
          <p:nvPr>
            <p:ph type="body" sz="half" idx="2"/>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5" name="Plassholder for dato 4"/>
          <p:cNvSpPr>
            <a:spLocks noGrp="1"/>
          </p:cNvSpPr>
          <p:nvPr>
            <p:ph type="dt" sz="half" idx="10"/>
          </p:nvPr>
        </p:nvSpPr>
        <p:spPr/>
        <p:txBody>
          <a:bodyPr rtlCol="0"/>
          <a:lstStyle>
            <a:lvl1pPr>
              <a:defRPr>
                <a:solidFill>
                  <a:schemeClr val="accent1">
                    <a:lumMod val="75000"/>
                    <a:lumOff val="25000"/>
                  </a:schemeClr>
                </a:solidFill>
              </a:defRPr>
            </a:lvl1pPr>
          </a:lstStyle>
          <a:p>
            <a:pPr rtl="0"/>
            <a:fld id="{28D1C943-5A0D-486F-832B-201AF078F305}" type="datetime1">
              <a:rPr lang="nb-NO" noProof="0" smtClean="0"/>
              <a:t>05.10.2026</a:t>
            </a:fld>
            <a:endParaRPr lang="nb-NO" noProof="0"/>
          </a:p>
        </p:txBody>
      </p:sp>
      <p:sp>
        <p:nvSpPr>
          <p:cNvPr id="6" name="Plassholder for bunntekst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nb-NO" noProof="0"/>
          </a:p>
        </p:txBody>
      </p:sp>
      <p:sp>
        <p:nvSpPr>
          <p:cNvPr id="7" name="Plassholder for lysbildenummer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nb-NO" noProof="0" smtClean="0"/>
              <a:pPr rtl="0"/>
              <a:t>‹#›</a:t>
            </a:fld>
            <a:endParaRPr lang="nb-NO"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bildetekst">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581193" y="4693389"/>
            <a:ext cx="11029616" cy="566738"/>
          </a:xfrm>
        </p:spPr>
        <p:txBody>
          <a:bodyPr rtlCol="0" anchor="b">
            <a:normAutofit/>
          </a:bodyPr>
          <a:lstStyle>
            <a:lvl1pPr algn="l">
              <a:defRPr sz="2400" b="0">
                <a:solidFill>
                  <a:schemeClr val="accent1"/>
                </a:solidFill>
              </a:defRPr>
            </a:lvl1pPr>
          </a:lstStyle>
          <a:p>
            <a:pPr rtl="0"/>
            <a:r>
              <a:rPr lang="nb-NO" noProof="0"/>
              <a:t>Klikk for å redigere tittelstil i malen</a:t>
            </a:r>
          </a:p>
        </p:txBody>
      </p:sp>
      <p:sp>
        <p:nvSpPr>
          <p:cNvPr id="3" name="Plassholder for bilde 2"/>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nb-NO" noProof="0"/>
              <a:t>Klikk ikonet for å legge til bilde</a:t>
            </a:r>
          </a:p>
        </p:txBody>
      </p:sp>
      <p:sp>
        <p:nvSpPr>
          <p:cNvPr id="4" name="Plassholder for tekst 3"/>
          <p:cNvSpPr>
            <a:spLocks noGrp="1"/>
          </p:cNvSpPr>
          <p:nvPr>
            <p:ph type="body" sz="half" idx="2"/>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5" name="Plassholder for dato 4"/>
          <p:cNvSpPr>
            <a:spLocks noGrp="1"/>
          </p:cNvSpPr>
          <p:nvPr>
            <p:ph type="dt" sz="half" idx="10"/>
          </p:nvPr>
        </p:nvSpPr>
        <p:spPr/>
        <p:txBody>
          <a:bodyPr rtlCol="0"/>
          <a:lstStyle/>
          <a:p>
            <a:pPr rtl="0"/>
            <a:fld id="{D6EE7FEF-165C-44DD-9F7B-12055DA4BF81}" type="datetime1">
              <a:rPr lang="nb-NO" noProof="0" smtClean="0"/>
              <a:t>05.10.2026</a:t>
            </a:fld>
            <a:endParaRPr lang="nb-NO" noProof="0"/>
          </a:p>
        </p:txBody>
      </p:sp>
      <p:sp>
        <p:nvSpPr>
          <p:cNvPr id="6" name="Plassholder for bunntekst 5"/>
          <p:cNvSpPr>
            <a:spLocks noGrp="1"/>
          </p:cNvSpPr>
          <p:nvPr>
            <p:ph type="ftr" sz="quarter" idx="11"/>
          </p:nvPr>
        </p:nvSpPr>
        <p:spPr/>
        <p:txBody>
          <a:bodyPr rtlCol="0"/>
          <a:lstStyle/>
          <a:p>
            <a:pPr rtl="0"/>
            <a:endParaRPr lang="nb-NO" noProof="0"/>
          </a:p>
        </p:txBody>
      </p:sp>
      <p:sp>
        <p:nvSpPr>
          <p:cNvPr id="7" name="Plassholder for lysbildenummer 6"/>
          <p:cNvSpPr>
            <a:spLocks noGrp="1"/>
          </p:cNvSpPr>
          <p:nvPr>
            <p:ph type="sldNum" sz="quarter" idx="12"/>
          </p:nvPr>
        </p:nvSpPr>
        <p:spPr/>
        <p:txBody>
          <a:bodyPr rtlCol="0"/>
          <a:lstStyle/>
          <a:p>
            <a:pPr rtl="0"/>
            <a:fld id="{D57F1E4F-1CFF-5643-939E-217C01CDF565}" type="slidenum">
              <a:rPr lang="nb-NO" noProof="0" smtClean="0"/>
              <a:pPr rtl="0"/>
              <a:t>‹#›</a:t>
            </a:fld>
            <a:endParaRPr lang="nb-NO"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tel og loddrett tekst">
    <p:spTree>
      <p:nvGrpSpPr>
        <p:cNvPr id="1" name=""/>
        <p:cNvGrpSpPr/>
        <p:nvPr/>
      </p:nvGrpSpPr>
      <p:grpSpPr>
        <a:xfrm>
          <a:off x="0" y="0"/>
          <a:ext cx="0" cy="0"/>
          <a:chOff x="0" y="0"/>
          <a:chExt cx="0" cy="0"/>
        </a:xfrm>
      </p:grpSpPr>
      <p:sp>
        <p:nvSpPr>
          <p:cNvPr id="8" name="Rektangel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tel 1"/>
          <p:cNvSpPr>
            <a:spLocks noGrp="1"/>
          </p:cNvSpPr>
          <p:nvPr>
            <p:ph type="title" hasCustomPrompt="1"/>
          </p:nvPr>
        </p:nvSpPr>
        <p:spPr>
          <a:xfrm>
            <a:off x="581192" y="702156"/>
            <a:ext cx="11029616" cy="1013800"/>
          </a:xfrm>
        </p:spPr>
        <p:txBody>
          <a:bodyPr rtlCol="0"/>
          <a:lstStyle/>
          <a:p>
            <a:pPr rtl="0"/>
            <a:r>
              <a:rPr lang="nb-NO" noProof="0"/>
              <a:t>Klikk for å redigere tittelstil i malen</a:t>
            </a:r>
          </a:p>
        </p:txBody>
      </p:sp>
      <p:sp>
        <p:nvSpPr>
          <p:cNvPr id="3" name="Plassholder for loddrett tekst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nb-NO" noProof="0"/>
          </a:p>
        </p:txBody>
      </p:sp>
      <p:sp>
        <p:nvSpPr>
          <p:cNvPr id="4" name="Plassholder for dato 3"/>
          <p:cNvSpPr>
            <a:spLocks noGrp="1"/>
          </p:cNvSpPr>
          <p:nvPr>
            <p:ph type="dt" sz="half" idx="10"/>
          </p:nvPr>
        </p:nvSpPr>
        <p:spPr/>
        <p:txBody>
          <a:bodyPr rtlCol="0"/>
          <a:lstStyle/>
          <a:p>
            <a:pPr rtl="0"/>
            <a:fld id="{9483E01C-919B-4DFE-A1A0-F0BB80D7FE35}" type="datetime1">
              <a:rPr lang="nb-NO" noProof="0" smtClean="0"/>
              <a:t>05.10.2026</a:t>
            </a:fld>
            <a:endParaRPr lang="nb-NO" noProof="0"/>
          </a:p>
        </p:txBody>
      </p:sp>
      <p:sp>
        <p:nvSpPr>
          <p:cNvPr id="5" name="Plassholder for bunntekst 4"/>
          <p:cNvSpPr>
            <a:spLocks noGrp="1"/>
          </p:cNvSpPr>
          <p:nvPr>
            <p:ph type="ftr" sz="quarter" idx="11"/>
          </p:nvPr>
        </p:nvSpPr>
        <p:spPr/>
        <p:txBody>
          <a:bodyPr rtlCol="0"/>
          <a:lstStyle/>
          <a:p>
            <a:pPr rtl="0"/>
            <a:endParaRPr lang="nb-NO" noProof="0"/>
          </a:p>
        </p:txBody>
      </p:sp>
      <p:sp>
        <p:nvSpPr>
          <p:cNvPr id="6" name="Plassholder for lysbildenummer 5"/>
          <p:cNvSpPr>
            <a:spLocks noGrp="1"/>
          </p:cNvSpPr>
          <p:nvPr>
            <p:ph type="sldNum" sz="quarter" idx="12"/>
          </p:nvPr>
        </p:nvSpPr>
        <p:spPr/>
        <p:txBody>
          <a:bodyPr rtlCol="0"/>
          <a:lstStyle/>
          <a:p>
            <a:pPr rtl="0"/>
            <a:fld id="{D57F1E4F-1CFF-5643-939E-217C01CDF565}" type="slidenum">
              <a:rPr lang="nb-NO" noProof="0" smtClean="0"/>
              <a:pPr rtl="0"/>
              <a:t>‹#›</a:t>
            </a:fld>
            <a:endParaRPr lang="nb-NO"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7" name="Rektangel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Loddrett tittel 1"/>
          <p:cNvSpPr>
            <a:spLocks noGrp="1"/>
          </p:cNvSpPr>
          <p:nvPr>
            <p:ph type="title" orient="vert" hasCustomPrompt="1"/>
          </p:nvPr>
        </p:nvSpPr>
        <p:spPr>
          <a:xfrm>
            <a:off x="8839201" y="675726"/>
            <a:ext cx="2004164" cy="5183073"/>
          </a:xfrm>
        </p:spPr>
        <p:txBody>
          <a:bodyPr vert="eaVert" rtlCol="0"/>
          <a:lstStyle/>
          <a:p>
            <a:pPr rtl="0"/>
            <a:r>
              <a:rPr lang="nb-NO" noProof="0"/>
              <a:t>Klikk for å redigere tittelstil i malen</a:t>
            </a:r>
          </a:p>
        </p:txBody>
      </p:sp>
      <p:sp>
        <p:nvSpPr>
          <p:cNvPr id="3" name="Plassholder for loddrett tekst 2"/>
          <p:cNvSpPr>
            <a:spLocks noGrp="1"/>
          </p:cNvSpPr>
          <p:nvPr>
            <p:ph type="body" orient="vert" idx="1"/>
          </p:nvPr>
        </p:nvSpPr>
        <p:spPr>
          <a:xfrm>
            <a:off x="774923" y="675726"/>
            <a:ext cx="7896279" cy="5183073"/>
          </a:xfrm>
        </p:spPr>
        <p:txBody>
          <a:bodyPr vert="eaVert" rtlCol="0" anchor="t"/>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nb-NO" noProof="0"/>
          </a:p>
        </p:txBody>
      </p:sp>
      <p:sp>
        <p:nvSpPr>
          <p:cNvPr id="4" name="Plassholder for dato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8CE883BA-079D-46D0-8447-4627D6F64D47}" type="datetime1">
              <a:rPr lang="nb-NO" noProof="0" smtClean="0"/>
              <a:t>05.10.2026</a:t>
            </a:fld>
            <a:endParaRPr lang="nb-NO" noProof="0"/>
          </a:p>
        </p:txBody>
      </p:sp>
      <p:sp>
        <p:nvSpPr>
          <p:cNvPr id="5" name="Plassholder for bunntekst 4"/>
          <p:cNvSpPr>
            <a:spLocks noGrp="1"/>
          </p:cNvSpPr>
          <p:nvPr>
            <p:ph type="ftr" sz="quarter" idx="11"/>
          </p:nvPr>
        </p:nvSpPr>
        <p:spPr>
          <a:xfrm>
            <a:off x="774923" y="5951811"/>
            <a:ext cx="7896279" cy="365125"/>
          </a:xfrm>
        </p:spPr>
        <p:txBody>
          <a:bodyPr rtlCol="0"/>
          <a:lstStyle/>
          <a:p>
            <a:pPr rtl="0"/>
            <a:endParaRPr lang="nb-NO" noProof="0"/>
          </a:p>
        </p:txBody>
      </p:sp>
      <p:sp>
        <p:nvSpPr>
          <p:cNvPr id="6" name="Plassholder for lysbildenummer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nb-NO" noProof="0" smtClean="0"/>
              <a:pPr rtl="0"/>
              <a:t>‹#›</a:t>
            </a:fld>
            <a:endParaRPr lang="nb-NO"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nb-NO" noProof="0"/>
              <a:t>Klikk for å redigere tittelstil i malen</a:t>
            </a:r>
          </a:p>
        </p:txBody>
      </p:sp>
      <p:sp>
        <p:nvSpPr>
          <p:cNvPr id="3" name="Plassholder for tekst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nb-NO" noProof="0"/>
              <a:t>Klikk for å redigere tekststiler</a:t>
            </a:r>
          </a:p>
          <a:p>
            <a:pPr lvl="1" rtl="0"/>
            <a:r>
              <a:rPr lang="nb-NO" noProof="0"/>
              <a:t>Andre nivå</a:t>
            </a:r>
          </a:p>
          <a:p>
            <a:pPr lvl="2" rtl="0"/>
            <a:r>
              <a:rPr lang="nb-NO" noProof="0"/>
              <a:t>Tredje nivå</a:t>
            </a:r>
          </a:p>
          <a:p>
            <a:pPr lvl="3" rtl="0"/>
            <a:r>
              <a:rPr lang="nb-NO" noProof="0"/>
              <a:t>Fjerde nivå</a:t>
            </a:r>
          </a:p>
          <a:p>
            <a:pPr lvl="4" rtl="0"/>
            <a:r>
              <a:rPr lang="nb-NO" noProof="0"/>
              <a:t>Femte nivå</a:t>
            </a:r>
          </a:p>
        </p:txBody>
      </p:sp>
      <p:sp>
        <p:nvSpPr>
          <p:cNvPr id="4" name="Plassholder for dato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1882AA4B-077F-4A91-8F77-B6A0B370E823}" type="datetime1">
              <a:rPr lang="nb-NO" noProof="0" smtClean="0"/>
              <a:t>05.10.2026</a:t>
            </a:fld>
            <a:endParaRPr lang="nb-NO" noProof="0"/>
          </a:p>
        </p:txBody>
      </p:sp>
      <p:sp>
        <p:nvSpPr>
          <p:cNvPr id="5" name="Plassholder for bunntekst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nb-NO" noProof="0"/>
          </a:p>
        </p:txBody>
      </p:sp>
      <p:sp>
        <p:nvSpPr>
          <p:cNvPr id="6" name="Plassholder for lysbildenumm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nb-NO" noProof="0" smtClean="0"/>
              <a:pPr rtl="0"/>
              <a:t>‹#›</a:t>
            </a:fld>
            <a:endParaRPr lang="nb-NO" noProof="0"/>
          </a:p>
        </p:txBody>
      </p:sp>
      <p:sp>
        <p:nvSpPr>
          <p:cNvPr id="9" name="Rektangel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n-NO"/>
          </a:p>
        </p:txBody>
      </p:sp>
      <p:sp>
        <p:nvSpPr>
          <p:cNvPr id="10" name="Rektangel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n-NO"/>
          </a:p>
        </p:txBody>
      </p:sp>
      <p:sp>
        <p:nvSpPr>
          <p:cNvPr id="11" name="Rektangel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n-NO"/>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snl.no/mikroprosessor"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www.home-assistant.io/installation/raspberrypi/" TargetMode="External"/><Relationship Id="rId3" Type="http://schemas.openxmlformats.org/officeDocument/2006/relationships/hyperlink" Target="https://www.arm.com/company/news/2013/02/adoption-of-arm-biglittle-technology-accelerates" TargetMode="External"/><Relationship Id="rId7" Type="http://schemas.openxmlformats.org/officeDocument/2006/relationships/hyperlink" Target="https://web.archive.org/web/20131005002816/http:/www.enterasys.com/company/literature/datacenter-design-guide-wp.pdf" TargetMode="External"/><Relationship Id="rId12" Type="http://schemas.openxmlformats.org/officeDocument/2006/relationships/hyperlink" Target="https://top500.org/lists/top500/list/2026/06/" TargetMode="External"/><Relationship Id="rId2" Type="http://schemas.openxmlformats.org/officeDocument/2006/relationships/hyperlink" Target="https://www.apple.com/newsroom/2020/11/apple-unleashes-m1/" TargetMode="External"/><Relationship Id="rId1" Type="http://schemas.openxmlformats.org/officeDocument/2006/relationships/slideLayout" Target="../slideLayouts/slideLayout2.xml"/><Relationship Id="rId6" Type="http://schemas.openxmlformats.org/officeDocument/2006/relationships/hyperlink" Target="https://snl.no/superdatamaskin" TargetMode="External"/><Relationship Id="rId11" Type="http://schemas.openxmlformats.org/officeDocument/2006/relationships/hyperlink" Target="https://computer.howstuffworks.com/pci-express.htm" TargetMode="External"/><Relationship Id="rId5" Type="http://schemas.openxmlformats.org/officeDocument/2006/relationships/hyperlink" Target="https://www.citrix.com/blogs/2019-07/how-good-is-the-new-raspberry-pi-4-as-a-thin-client" TargetMode="External"/><Relationship Id="rId10" Type="http://schemas.openxmlformats.org/officeDocument/2006/relationships/hyperlink" Target="https://www.mynewsdesk.com/no/sigma2/pressreleases/europas-kraftigste-superdatamaskin-skal-loese-globale-utfordringer-og-fremme-groenn-omstilling-3206560" TargetMode="External"/><Relationship Id="rId4" Type="http://schemas.openxmlformats.org/officeDocument/2006/relationships/hyperlink" Target="https://www.kit.edu/kit/english/pi_2021_059_kit-supercomputer-one-of-the-15-fastest-in-europe.php" TargetMode="External"/><Relationship Id="rId9" Type="http://schemas.openxmlformats.org/officeDocument/2006/relationships/hyperlink" Target="https://www.intel.com/content/www/us/en/support/articles/000055611/processors.html"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s://www.kit.edu/kit/english/pi_2021_059_kit-supercomputer-one-of-the-15-fastest-in-europe.ph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ktangel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7" name="Bilde 6" descr="Digitale forbindelser">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uppe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ktangel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n-NO"/>
            </a:p>
          </p:txBody>
        </p:sp>
        <p:sp>
          <p:nvSpPr>
            <p:cNvPr id="19" name="Rektangel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n-NO"/>
            </a:p>
          </p:txBody>
        </p:sp>
        <p:sp>
          <p:nvSpPr>
            <p:cNvPr id="20" name="Rektangel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n-NO"/>
            </a:p>
          </p:txBody>
        </p:sp>
      </p:grpSp>
      <p:sp>
        <p:nvSpPr>
          <p:cNvPr id="22" name="Rektangel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nn-NO"/>
          </a:p>
        </p:txBody>
      </p:sp>
      <p:sp>
        <p:nvSpPr>
          <p:cNvPr id="2" name="Tittel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rtlCol="0">
            <a:noAutofit/>
          </a:bodyPr>
          <a:lstStyle/>
          <a:p>
            <a:pPr rtl="0"/>
            <a:r>
              <a:rPr lang="nb-NO" sz="6000">
                <a:solidFill>
                  <a:schemeClr val="bg1"/>
                </a:solidFill>
              </a:rPr>
              <a:t>Teknisk utforming</a:t>
            </a:r>
          </a:p>
        </p:txBody>
      </p:sp>
      <p:sp>
        <p:nvSpPr>
          <p:cNvPr id="3" name="Undertittel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rtlCol="0">
            <a:normAutofit/>
          </a:bodyPr>
          <a:lstStyle/>
          <a:p>
            <a:pPr rtl="0"/>
            <a:endParaRPr lang="nb-NO">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8D3E8-3E81-F379-7823-C4D033F768D4}"/>
              </a:ext>
            </a:extLst>
          </p:cNvPr>
          <p:cNvSpPr>
            <a:spLocks noGrp="1"/>
          </p:cNvSpPr>
          <p:nvPr>
            <p:ph type="title"/>
          </p:nvPr>
        </p:nvSpPr>
        <p:spPr>
          <a:xfrm>
            <a:off x="581192" y="3429000"/>
            <a:ext cx="11029615" cy="1497507"/>
          </a:xfrm>
        </p:spPr>
        <p:txBody>
          <a:bodyPr/>
          <a:lstStyle/>
          <a:p>
            <a:r>
              <a:rPr lang="nb-NO" noProof="0"/>
              <a:t>Prosessorer</a:t>
            </a:r>
            <a:endParaRPr lang="nn-NO"/>
          </a:p>
        </p:txBody>
      </p:sp>
      <p:sp>
        <p:nvSpPr>
          <p:cNvPr id="3" name="Content Placeholder 2">
            <a:extLst>
              <a:ext uri="{FF2B5EF4-FFF2-40B4-BE49-F238E27FC236}">
                <a16:creationId xmlns:a16="http://schemas.microsoft.com/office/drawing/2014/main" id="{4C6D85B9-590A-FCB1-0453-C7D414D2D9D5}"/>
              </a:ext>
            </a:extLst>
          </p:cNvPr>
          <p:cNvSpPr>
            <a:spLocks noGrp="1"/>
          </p:cNvSpPr>
          <p:nvPr>
            <p:ph type="body" idx="1"/>
          </p:nvPr>
        </p:nvSpPr>
        <p:spPr>
          <a:xfrm>
            <a:off x="581192" y="5377543"/>
            <a:ext cx="11029615" cy="783771"/>
          </a:xfrm>
        </p:spPr>
        <p:txBody>
          <a:bodyPr>
            <a:normAutofit lnSpcReduction="10000"/>
          </a:bodyPr>
          <a:lstStyle/>
          <a:p>
            <a:r>
              <a:rPr lang="en-GB" sz="2400">
                <a:solidFill>
                  <a:schemeClr val="bg1"/>
                </a:solidFill>
              </a:rPr>
              <a:t>= </a:t>
            </a:r>
            <a:r>
              <a:rPr lang="en-GB" sz="2400" err="1">
                <a:solidFill>
                  <a:schemeClr val="bg1"/>
                </a:solidFill>
              </a:rPr>
              <a:t>Komponenten</a:t>
            </a:r>
            <a:r>
              <a:rPr lang="en-GB" sz="2400">
                <a:solidFill>
                  <a:schemeClr val="bg1"/>
                </a:solidFill>
              </a:rPr>
              <a:t> </a:t>
            </a:r>
            <a:r>
              <a:rPr lang="en-GB" sz="2400" err="1">
                <a:solidFill>
                  <a:schemeClr val="bg1"/>
                </a:solidFill>
              </a:rPr>
              <a:t>i</a:t>
            </a:r>
            <a:r>
              <a:rPr lang="en-GB" sz="2400">
                <a:solidFill>
                  <a:schemeClr val="bg1"/>
                </a:solidFill>
              </a:rPr>
              <a:t> </a:t>
            </a:r>
            <a:r>
              <a:rPr lang="nb-NO" sz="2400" noProof="0">
                <a:solidFill>
                  <a:schemeClr val="bg1"/>
                </a:solidFill>
              </a:rPr>
              <a:t>en</a:t>
            </a:r>
            <a:r>
              <a:rPr lang="en-GB" sz="2400">
                <a:solidFill>
                  <a:schemeClr val="bg1"/>
                </a:solidFill>
              </a:rPr>
              <a:t> </a:t>
            </a:r>
            <a:r>
              <a:rPr lang="en-GB" sz="2400" err="1">
                <a:solidFill>
                  <a:schemeClr val="bg1"/>
                </a:solidFill>
              </a:rPr>
              <a:t>datastyrt</a:t>
            </a:r>
            <a:r>
              <a:rPr lang="en-GB" sz="2400">
                <a:solidFill>
                  <a:schemeClr val="bg1"/>
                </a:solidFill>
              </a:rPr>
              <a:t> </a:t>
            </a:r>
            <a:r>
              <a:rPr lang="en-GB" sz="2400" err="1">
                <a:solidFill>
                  <a:schemeClr val="bg1"/>
                </a:solidFill>
              </a:rPr>
              <a:t>enhet</a:t>
            </a:r>
            <a:r>
              <a:rPr lang="en-GB" sz="2400">
                <a:solidFill>
                  <a:schemeClr val="bg1"/>
                </a:solidFill>
              </a:rPr>
              <a:t>, </a:t>
            </a:r>
            <a:r>
              <a:rPr lang="en-GB" sz="2400" err="1">
                <a:solidFill>
                  <a:schemeClr val="bg1"/>
                </a:solidFill>
              </a:rPr>
              <a:t>som</a:t>
            </a:r>
            <a:r>
              <a:rPr lang="en-GB" sz="2400">
                <a:solidFill>
                  <a:schemeClr val="bg1"/>
                </a:solidFill>
              </a:rPr>
              <a:t> </a:t>
            </a:r>
            <a:r>
              <a:rPr lang="en-GB" sz="2400" err="1">
                <a:solidFill>
                  <a:schemeClr val="bg1"/>
                </a:solidFill>
              </a:rPr>
              <a:t>tolker</a:t>
            </a:r>
            <a:r>
              <a:rPr lang="en-GB" sz="2400">
                <a:solidFill>
                  <a:schemeClr val="bg1"/>
                </a:solidFill>
              </a:rPr>
              <a:t> </a:t>
            </a:r>
            <a:r>
              <a:rPr lang="en-GB" sz="2400" err="1">
                <a:solidFill>
                  <a:schemeClr val="bg1"/>
                </a:solidFill>
              </a:rPr>
              <a:t>og</a:t>
            </a:r>
            <a:r>
              <a:rPr lang="en-GB" sz="2400">
                <a:solidFill>
                  <a:schemeClr val="bg1"/>
                </a:solidFill>
              </a:rPr>
              <a:t> </a:t>
            </a:r>
            <a:r>
              <a:rPr lang="en-GB" sz="2400" err="1">
                <a:solidFill>
                  <a:schemeClr val="bg1"/>
                </a:solidFill>
              </a:rPr>
              <a:t>utfører</a:t>
            </a:r>
            <a:r>
              <a:rPr lang="en-GB" sz="2400">
                <a:solidFill>
                  <a:schemeClr val="bg1"/>
                </a:solidFill>
              </a:rPr>
              <a:t> </a:t>
            </a:r>
            <a:r>
              <a:rPr lang="en-GB" sz="2400" err="1">
                <a:solidFill>
                  <a:schemeClr val="bg1"/>
                </a:solidFill>
              </a:rPr>
              <a:t>instruksjoner</a:t>
            </a:r>
            <a:r>
              <a:rPr lang="en-GB" sz="2400">
                <a:solidFill>
                  <a:schemeClr val="bg1"/>
                </a:solidFill>
              </a:rPr>
              <a:t> (</a:t>
            </a:r>
            <a:r>
              <a:rPr lang="en-GB" sz="2400" err="1">
                <a:solidFill>
                  <a:schemeClr val="bg1"/>
                </a:solidFill>
              </a:rPr>
              <a:t>Nätt</a:t>
            </a:r>
            <a:r>
              <a:rPr lang="en-GB" sz="2400">
                <a:solidFill>
                  <a:schemeClr val="bg1"/>
                </a:solidFill>
              </a:rPr>
              <a:t>, T. H., 2025)</a:t>
            </a:r>
            <a:endParaRPr lang="nn-NO" sz="2400">
              <a:solidFill>
                <a:schemeClr val="bg1"/>
              </a:solidFill>
            </a:endParaRPr>
          </a:p>
        </p:txBody>
      </p:sp>
      <p:pic>
        <p:nvPicPr>
          <p:cNvPr id="6" name="Picture 5">
            <a:extLst>
              <a:ext uri="{FF2B5EF4-FFF2-40B4-BE49-F238E27FC236}">
                <a16:creationId xmlns:a16="http://schemas.microsoft.com/office/drawing/2014/main" id="{CA5DAF40-B823-7536-DB5B-E144A2EA7441}"/>
              </a:ext>
            </a:extLst>
          </p:cNvPr>
          <p:cNvPicPr>
            <a:picLocks noChangeAspect="1"/>
          </p:cNvPicPr>
          <p:nvPr/>
        </p:nvPicPr>
        <p:blipFill>
          <a:blip r:embed="rId4"/>
          <a:stretch>
            <a:fillRect/>
          </a:stretch>
        </p:blipFill>
        <p:spPr>
          <a:xfrm>
            <a:off x="3893616" y="750496"/>
            <a:ext cx="7717191" cy="4176011"/>
          </a:xfrm>
          <a:prstGeom prst="rect">
            <a:avLst/>
          </a:prstGeom>
        </p:spPr>
      </p:pic>
      <p:pic>
        <p:nvPicPr>
          <p:cNvPr id="7" name="Audio 6">
            <a:hlinkClick r:id="" action="ppaction://media"/>
            <a:extLst>
              <a:ext uri="{FF2B5EF4-FFF2-40B4-BE49-F238E27FC236}">
                <a16:creationId xmlns:a16="http://schemas.microsoft.com/office/drawing/2014/main" id="{BD85CA17-9FAB-3569-D870-96D7B1DE626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618142787"/>
      </p:ext>
    </p:extLst>
  </p:cSld>
  <p:clrMapOvr>
    <a:masterClrMapping/>
  </p:clrMapOvr>
  <mc:AlternateContent xmlns:mc="http://schemas.openxmlformats.org/markup-compatibility/2006" xmlns:p14="http://schemas.microsoft.com/office/powerpoint/2010/main">
    <mc:Choice Requires="p14">
      <p:transition spd="slow" p14:dur="2000" advTm="51750"/>
    </mc:Choice>
    <mc:Fallback xmlns="">
      <p:transition spd="slow" advTm="51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extLst>
    <p:ext uri="{3A86A75C-4F4B-4683-9AE1-C65F6400EC91}">
      <p14:laserTraceLst xmlns:p14="http://schemas.microsoft.com/office/powerpoint/2010/main">
        <p14:tracePtLst>
          <p14:tracePt t="879" x="4260850" y="6210300"/>
          <p14:tracePt t="8456" x="5303838" y="6670675"/>
          <p14:tracePt t="8469" x="5397500" y="6535738"/>
          <p14:tracePt t="8486" x="5572125" y="6186488"/>
          <p14:tracePt t="8503" x="5692775" y="5959475"/>
          <p14:tracePt t="8519" x="5867400" y="5703888"/>
          <p14:tracePt t="8536" x="5948363" y="5568950"/>
          <p14:tracePt t="8554" x="6042025" y="5462588"/>
          <p14:tracePt t="8554" x="6096000" y="5381625"/>
          <p14:tracePt t="8569" x="6243638" y="5233988"/>
          <p14:tracePt t="8586" x="6378575" y="5073650"/>
          <p14:tracePt t="8603" x="6578600" y="4830763"/>
          <p14:tracePt t="8619" x="6673850" y="4724400"/>
          <p14:tracePt t="8636" x="6740525" y="4589463"/>
          <p14:tracePt t="8653" x="6767513" y="4535488"/>
          <p14:tracePt t="8670" x="6794500" y="4483100"/>
          <p14:tracePt t="8670" x="6794500" y="4468813"/>
          <p14:tracePt t="8686" x="6807200" y="4429125"/>
          <p14:tracePt t="8703" x="6821488" y="4414838"/>
          <p14:tracePt t="8720" x="6821488" y="4387850"/>
          <p14:tracePt t="8736" x="6834188" y="4375150"/>
          <p14:tracePt t="8752" x="6834188" y="4362450"/>
          <p14:tracePt t="8772" x="6834188" y="4348163"/>
          <p14:tracePt t="8793" x="6834188" y="4335463"/>
          <p14:tracePt t="8827" x="6834188" y="4321175"/>
          <p14:tracePt t="8978" x="6834188" y="4335463"/>
          <p14:tracePt t="9307" x="6848475" y="4362450"/>
          <p14:tracePt t="9314" x="6900863" y="4375150"/>
          <p14:tracePt t="9321" x="6954838" y="4402138"/>
          <p14:tracePt t="9331" x="7023100" y="4429125"/>
          <p14:tracePt t="9348" x="7156450" y="4468813"/>
          <p14:tracePt t="9349" x="7197725" y="4483100"/>
          <p14:tracePt t="9365" x="7318375" y="4483100"/>
          <p14:tracePt t="9381" x="7385050" y="4468813"/>
          <p14:tracePt t="9398" x="7478713" y="4402138"/>
          <p14:tracePt t="9415" x="7519988" y="4362450"/>
          <p14:tracePt t="9431" x="7572375" y="4281488"/>
          <p14:tracePt t="9448" x="7586663" y="4214813"/>
          <p14:tracePt t="9465" x="7586663" y="4146550"/>
          <p14:tracePt t="9465" x="7586663" y="4106863"/>
          <p14:tracePt t="9481" x="7586663" y="4040188"/>
          <p14:tracePt t="9498" x="7586663" y="3959225"/>
          <p14:tracePt t="9515" x="7586663" y="3824288"/>
          <p14:tracePt t="9531" x="7572375" y="3757613"/>
          <p14:tracePt t="9548" x="7532688" y="3663950"/>
          <p14:tracePt t="9564" x="7493000" y="3609975"/>
          <p14:tracePt t="9582" x="7397750" y="3543300"/>
          <p14:tracePt t="9598" x="7331075" y="3543300"/>
          <p14:tracePt t="9614" x="7250113" y="3570288"/>
          <p14:tracePt t="9631" x="7129463" y="3649663"/>
          <p14:tracePt t="9648" x="7023100" y="3730625"/>
          <p14:tracePt t="9664" x="6821488" y="3824288"/>
          <p14:tracePt t="9681" x="6659563" y="3838575"/>
          <p14:tracePt t="9698" x="6499225" y="3838575"/>
          <p14:tracePt t="9714" x="6391275" y="3797300"/>
          <p14:tracePt t="9731" x="6310313" y="3771900"/>
          <p14:tracePt t="9748" x="6203950" y="3717925"/>
          <p14:tracePt t="9764" x="6108700" y="3649663"/>
          <p14:tracePt t="9781" x="5975350" y="3516313"/>
          <p14:tracePt t="9798" x="5881688" y="3314700"/>
          <p14:tracePt t="9815" x="5867400" y="3019425"/>
          <p14:tracePt t="9831" x="5988050" y="2738438"/>
          <p14:tracePt t="9848" x="6270625" y="2389188"/>
          <p14:tracePt t="9864" x="7197725" y="1609725"/>
          <p14:tracePt t="9881" x="7599363" y="1274763"/>
          <p14:tracePt t="9897" x="8029575" y="993775"/>
          <p14:tracePt t="9914" x="8258175" y="925513"/>
          <p14:tracePt t="9931" x="8378825" y="898525"/>
          <p14:tracePt t="9932" x="8418513" y="898525"/>
          <p14:tracePt t="9948" x="8472488" y="939800"/>
          <p14:tracePt t="9964" x="8512175" y="1006475"/>
          <p14:tracePt t="9981" x="8593138" y="1141413"/>
          <p14:tracePt t="9997" x="8634413" y="1274763"/>
          <p14:tracePt t="10014" x="8767763" y="1476375"/>
          <p14:tracePt t="10031" x="8888413" y="1624013"/>
          <p14:tracePt t="10048" x="9023350" y="1798638"/>
          <p14:tracePt t="10049" x="9090025" y="1905000"/>
          <p14:tracePt t="10064" x="9183688" y="2106613"/>
          <p14:tracePt t="10081" x="9224963" y="2268538"/>
          <p14:tracePt t="10098" x="9210675" y="2455863"/>
          <p14:tracePt t="10114" x="9144000" y="2590800"/>
          <p14:tracePt t="10131" x="8809038" y="2805113"/>
          <p14:tracePt t="10148" x="8189913" y="3033713"/>
          <p14:tracePt t="10165" x="6834188" y="3422650"/>
          <p14:tracePt t="10181" x="6135688" y="3489325"/>
          <p14:tracePt t="10198" x="5626100" y="3502025"/>
          <p14:tracePt t="10214" x="5102225" y="3381375"/>
          <p14:tracePt t="10231" x="4954588" y="3275013"/>
          <p14:tracePt t="10247" x="4833938" y="3046413"/>
          <p14:tracePt t="10264" x="4833938" y="2871788"/>
          <p14:tracePt t="10281" x="4873625" y="2657475"/>
          <p14:tracePt t="10297" x="5102225" y="2214563"/>
          <p14:tracePt t="10314" x="5613400" y="1663700"/>
          <p14:tracePt t="10331" x="6405563" y="1006475"/>
          <p14:tracePt t="10347" x="6753225" y="858838"/>
          <p14:tracePt t="10364" x="7264400" y="819150"/>
          <p14:tracePt t="10380" x="7586663" y="846138"/>
          <p14:tracePt t="10398" x="8029575" y="1020763"/>
          <p14:tracePt t="10414" x="8324850" y="1193800"/>
          <p14:tracePt t="10431" x="8607425" y="1382713"/>
          <p14:tracePt t="10447" x="9009063" y="1744663"/>
          <p14:tracePt t="10464" x="9224963" y="2012950"/>
          <p14:tracePt t="10480" x="9412288" y="2389188"/>
          <p14:tracePt t="10497" x="9453563" y="2590800"/>
          <p14:tracePt t="10514" x="9453563" y="2859088"/>
          <p14:tracePt t="10530" x="9372600" y="3033713"/>
          <p14:tracePt t="10547" x="9237663" y="3181350"/>
          <p14:tracePt t="10564" x="8809038" y="3368675"/>
          <p14:tracePt t="10580" x="8312150" y="3489325"/>
          <p14:tracePt t="10597" x="7358063" y="3624263"/>
          <p14:tracePt t="10614" x="6861175" y="3624263"/>
          <p14:tracePt t="10631" x="6445250" y="3597275"/>
          <p14:tracePt t="10647" x="5921375" y="3476625"/>
          <p14:tracePt t="10664" x="5692775" y="3368675"/>
          <p14:tracePt t="10680" x="5545138" y="3248025"/>
          <p14:tracePt t="10697" x="5505450" y="3127375"/>
          <p14:tracePt t="10714" x="5559425" y="2952750"/>
          <p14:tracePt t="10730" x="5638800" y="2859088"/>
          <p14:tracePt t="10747" x="5827713" y="2711450"/>
          <p14:tracePt t="10763" x="6149975" y="2576513"/>
          <p14:tracePt t="10780" x="6969125" y="2268538"/>
          <p14:tracePt t="10797" x="8418513" y="1838325"/>
          <p14:tracePt t="10814" x="9251950" y="1731963"/>
          <p14:tracePt t="10830" x="10123488" y="1784350"/>
          <p14:tracePt t="10847" x="10472738" y="1905000"/>
          <p14:tracePt t="10864" x="10742613" y="2133600"/>
          <p14:tracePt t="10880" x="10809288" y="2254250"/>
          <p14:tracePt t="10897" x="10836275" y="2401888"/>
          <p14:tracePt t="10914" x="10848975" y="2617788"/>
          <p14:tracePt t="10930" x="10848975" y="2778125"/>
          <p14:tracePt t="10947" x="10742613" y="3100388"/>
          <p14:tracePt t="10964" x="10553700" y="3314700"/>
          <p14:tracePt t="10981" x="10177463" y="3543300"/>
          <p14:tracePt t="10997" x="9855200" y="3624263"/>
          <p14:tracePt t="11013" x="9478963" y="3690938"/>
          <p14:tracePt t="11030" x="8929688" y="3717925"/>
          <p14:tracePt t="11047" x="8512175" y="3703638"/>
          <p14:tracePt t="11063" x="8016875" y="3624263"/>
          <p14:tracePt t="11080" x="7747000" y="3543300"/>
          <p14:tracePt t="11098" x="7439025" y="3381375"/>
          <p14:tracePt t="11113" x="7291388" y="3221038"/>
          <p14:tracePt t="11130" x="7237413" y="3033713"/>
          <p14:tracePt t="11133" x="7237413" y="2898775"/>
          <p14:tracePt t="11147" x="7250113" y="2657475"/>
          <p14:tracePt t="11164" x="7412038" y="2322513"/>
          <p14:tracePt t="11180" x="8285163" y="1301750"/>
          <p14:tracePt t="11197" x="9009063" y="738188"/>
          <p14:tracePt t="11217" x="9680575" y="496888"/>
          <p14:tracePt t="11230" x="10071100" y="482600"/>
          <p14:tracePt t="11247" x="10406063" y="577850"/>
          <p14:tracePt t="11263" x="10715625" y="846138"/>
          <p14:tracePt t="11280" x="10809288" y="1020763"/>
          <p14:tracePt t="11296" x="10836275" y="1262063"/>
          <p14:tracePt t="11313" x="10836275" y="1382713"/>
          <p14:tracePt t="11330" x="10795000" y="1516063"/>
          <p14:tracePt t="11331" x="10755313" y="1597025"/>
          <p14:tracePt t="11346" x="10593388" y="1771650"/>
          <p14:tracePt t="11363" x="10245725" y="2052638"/>
          <p14:tracePt t="11380" x="9077325" y="2617788"/>
          <p14:tracePt t="11396" x="8405813" y="2817813"/>
          <p14:tracePt t="11413" x="7667625" y="2898775"/>
          <p14:tracePt t="11430" x="7250113" y="2898775"/>
          <p14:tracePt t="11446" x="6875463" y="2871788"/>
          <p14:tracePt t="11463" x="6526213" y="2790825"/>
          <p14:tracePt t="11480" x="6364288" y="2765425"/>
          <p14:tracePt t="11496" x="6216650" y="2697163"/>
          <p14:tracePt t="11517" x="6149975" y="2657475"/>
          <p14:tracePt t="11530" x="6135688" y="2643188"/>
          <p14:tracePt t="11547" x="6122988" y="2617788"/>
          <p14:tracePt t="11563" x="6122988" y="2603500"/>
          <p14:tracePt t="11579" x="6122988" y="2590800"/>
          <p14:tracePt t="11768" x="6056313" y="2603500"/>
          <p14:tracePt t="11775" x="5921375" y="2643188"/>
          <p14:tracePt t="11782" x="5761038" y="2657475"/>
          <p14:tracePt t="11796" x="5586413" y="2670175"/>
          <p14:tracePt t="11797" x="5464175" y="2711450"/>
          <p14:tracePt t="11813" x="5195888" y="2751138"/>
          <p14:tracePt t="11829" x="5008563" y="2805113"/>
          <p14:tracePt t="11846" x="4846638" y="2886075"/>
          <p14:tracePt t="11863" x="4806950" y="2913063"/>
          <p14:tracePt t="11879" x="4779963" y="3006725"/>
          <p14:tracePt t="11896" x="4794250" y="3060700"/>
          <p14:tracePt t="11913" x="4833938" y="3140075"/>
          <p14:tracePt t="11929" x="5021263" y="3355975"/>
          <p14:tracePt t="11946" x="5264150" y="3556000"/>
          <p14:tracePt t="11962" x="5692775" y="3784600"/>
          <p14:tracePt t="11979" x="5935663" y="3811588"/>
          <p14:tracePt t="11996" x="6162675" y="3771900"/>
          <p14:tracePt t="12013" x="6256338" y="3717925"/>
          <p14:tracePt t="12029" x="6364288" y="3649663"/>
          <p14:tracePt t="12046" x="6605588" y="3489325"/>
          <p14:tracePt t="12062" x="6927850" y="3395663"/>
          <p14:tracePt t="12079" x="7653338" y="3314700"/>
          <p14:tracePt t="12096" x="8164513" y="3408363"/>
          <p14:tracePt t="12113" x="8713788" y="3597275"/>
          <p14:tracePt t="12129" x="8942388" y="3676650"/>
          <p14:tracePt t="12146" x="9090025" y="3757613"/>
          <p14:tracePt t="12147" x="9117013" y="3784600"/>
          <p14:tracePt t="12162" x="9170988" y="3824288"/>
          <p14:tracePt t="12179" x="9183688" y="3851275"/>
          <p14:tracePt t="12196" x="9197975" y="3865563"/>
          <p14:tracePt t="12212" x="9197975" y="3878263"/>
          <p14:tracePt t="12234" x="9197975" y="3892550"/>
          <p14:tracePt t="12255" x="9197975" y="3905250"/>
          <p14:tracePt t="12817" x="9117013" y="3919538"/>
          <p14:tracePt t="12824" x="9009063" y="3919538"/>
          <p14:tracePt t="12837" x="8834438" y="3932238"/>
          <p14:tracePt t="12853" x="8150225" y="3944938"/>
          <p14:tracePt t="12870" x="7747000" y="3865563"/>
          <p14:tracePt t="12887" x="7397750" y="3771900"/>
          <p14:tracePt t="12903" x="7210425" y="3730625"/>
          <p14:tracePt t="12920" x="7089775" y="3690938"/>
          <p14:tracePt t="12921" x="7035800" y="3690938"/>
          <p14:tracePt t="12937" x="6954838" y="3676650"/>
          <p14:tracePt t="12953" x="6861175" y="3676650"/>
          <p14:tracePt t="12970" x="6632575" y="3676650"/>
          <p14:tracePt t="12987" x="6457950" y="3690938"/>
          <p14:tracePt t="13004" x="6216650" y="3690938"/>
          <p14:tracePt t="13020" x="6108700" y="3690938"/>
          <p14:tracePt t="13037" x="6015038" y="3676650"/>
          <p14:tracePt t="13038" x="6002338" y="3663950"/>
          <p14:tracePt t="13053" x="5961063" y="3649663"/>
          <p14:tracePt t="13070" x="5961063" y="3609975"/>
          <p14:tracePt t="13087" x="5975350" y="3502025"/>
          <p14:tracePt t="13103" x="6015038" y="3435350"/>
          <p14:tracePt t="13120" x="6069013" y="3341688"/>
          <p14:tracePt t="13137" x="6135688" y="3260725"/>
          <p14:tracePt t="13154" x="6216650" y="3167063"/>
          <p14:tracePt t="13170" x="6270625" y="3127375"/>
          <p14:tracePt t="13187" x="6283325" y="3100388"/>
          <p14:tracePt t="13203" x="6297613" y="3086100"/>
          <p14:tracePt t="13220" x="6310313" y="3073400"/>
          <p14:tracePt t="13236" x="6324600" y="3073400"/>
          <p14:tracePt t="13257" x="6310313" y="3073400"/>
          <p14:tracePt t="13271" x="6270625" y="3073400"/>
          <p14:tracePt t="13286" x="6203950" y="3100388"/>
          <p14:tracePt t="13303" x="6122988" y="3100388"/>
          <p14:tracePt t="13320" x="6002338" y="3113088"/>
          <p14:tracePt t="13336" x="5921375" y="3113088"/>
          <p14:tracePt t="13353" x="5786438" y="3127375"/>
          <p14:tracePt t="13370" x="5692775" y="3167063"/>
          <p14:tracePt t="13387" x="5613400" y="3208338"/>
          <p14:tracePt t="13387" x="5572125" y="3233738"/>
          <p14:tracePt t="13403" x="5505450" y="3260725"/>
          <p14:tracePt t="13420" x="5464175" y="3314700"/>
          <p14:tracePt t="13436" x="5411788" y="3395663"/>
          <p14:tracePt t="13453" x="5397500" y="3449638"/>
          <p14:tracePt t="13470" x="5397500" y="3556000"/>
          <p14:tracePt t="13486" x="5397500" y="3624263"/>
          <p14:tracePt t="13503" x="5411788" y="3676650"/>
          <p14:tracePt t="13520" x="5438775" y="3730625"/>
          <p14:tracePt t="13536" x="5451475" y="3744913"/>
          <p14:tracePt t="13553" x="5464175" y="3757613"/>
          <p14:tracePt t="13570" x="5491163" y="3771900"/>
          <p14:tracePt t="13586" x="5505450" y="3771900"/>
          <p14:tracePt t="13603" x="5518150" y="3771900"/>
          <p14:tracePt t="13620" x="5532438" y="3744913"/>
          <p14:tracePt t="13636" x="5532438" y="3703638"/>
          <p14:tracePt t="13653" x="5532438" y="3649663"/>
          <p14:tracePt t="13670" x="5505450" y="3543300"/>
          <p14:tracePt t="13686" x="5505450" y="3449638"/>
          <p14:tracePt t="13703" x="5613400" y="3006725"/>
          <p14:tracePt t="13720" x="5761038" y="2630488"/>
          <p14:tracePt t="13737" x="6042025" y="2187575"/>
          <p14:tracePt t="13753" x="6243638" y="1973263"/>
          <p14:tracePt t="13769" x="6526213" y="1757363"/>
          <p14:tracePt t="13786" x="7008813" y="1570038"/>
          <p14:tracePt t="13803" x="7572375" y="1543050"/>
          <p14:tracePt t="13819" x="8620125" y="1717675"/>
          <p14:tracePt t="13836" x="9345613" y="1985963"/>
          <p14:tracePt t="13853" x="10204450" y="2443163"/>
          <p14:tracePt t="13869" x="10541000" y="2643188"/>
          <p14:tracePt t="13886" x="10755313" y="2805113"/>
          <p14:tracePt t="13903" x="10875963" y="2913063"/>
          <p14:tracePt t="13919" x="10902950" y="2925763"/>
          <p14:tracePt t="13936" x="10915650" y="2938463"/>
          <p14:tracePt t="13996" x="10902950" y="2938463"/>
          <p14:tracePt t="14010" x="10890250" y="2938463"/>
          <p14:tracePt t="14024" x="10875963" y="2938463"/>
          <p14:tracePt t="14031" x="10863263" y="2938463"/>
          <p14:tracePt t="14044" x="10848975" y="2938463"/>
          <p14:tracePt t="14053" x="10836275" y="2938463"/>
          <p14:tracePt t="14086" x="10821988" y="2938463"/>
          <p14:tracePt t="14100" x="10809288" y="2938463"/>
          <p14:tracePt t="14216" x="10795000" y="2938463"/>
          <p14:tracePt t="14250" x="10782300" y="2938463"/>
          <p14:tracePt t="14284" x="10768013" y="2938463"/>
          <p14:tracePt t="14291" x="10755313" y="2938463"/>
          <p14:tracePt t="14305" x="10728325" y="2913063"/>
          <p14:tracePt t="14319" x="10526713" y="2805113"/>
          <p14:tracePt t="14336" x="9493250" y="2281238"/>
          <p14:tracePt t="14353" x="8445500" y="1744663"/>
          <p14:tracePt t="14369" x="7613650" y="1355725"/>
          <p14:tracePt t="14386" x="7264400" y="1247775"/>
          <p14:tracePt t="14403" x="6861175" y="1208088"/>
          <p14:tracePt t="14419" x="6659563" y="1235075"/>
          <p14:tracePt t="14436" x="6391275" y="1368425"/>
          <p14:tracePt t="14452" x="6230938" y="1570038"/>
          <p14:tracePt t="14469" x="6083300" y="1865313"/>
          <p14:tracePt t="14486" x="5827713" y="2670175"/>
          <p14:tracePt t="14503" x="5746750" y="3113088"/>
          <p14:tracePt t="14505" x="5746750" y="3275013"/>
          <p14:tracePt t="14519" x="5761038" y="3489325"/>
          <p14:tracePt t="14536" x="5813425" y="3636963"/>
          <p14:tracePt t="14553" x="5921375" y="3717925"/>
          <p14:tracePt t="14569" x="6042025" y="3771900"/>
          <p14:tracePt t="14586" x="6391275" y="3797300"/>
          <p14:tracePt t="14602" x="7412038" y="3516313"/>
          <p14:tracePt t="14619" x="8150225" y="3233738"/>
          <p14:tracePt t="14636" x="8915400" y="2817813"/>
          <p14:tracePt t="14652" x="9104313" y="2590800"/>
          <p14:tracePt t="14670" x="9156700" y="2455863"/>
          <p14:tracePt t="14686" x="9156700" y="2362200"/>
          <p14:tracePt t="14702" x="9104313" y="2227263"/>
          <p14:tracePt t="14719" x="8861425" y="2039938"/>
          <p14:tracePt t="14736" x="8580438" y="1892300"/>
          <p14:tracePt t="14752" x="8216900" y="1825625"/>
          <p14:tracePt t="14769" x="8029575" y="1825625"/>
          <p14:tracePt t="14786" x="7854950" y="1865313"/>
          <p14:tracePt t="14787" x="7734300" y="1919288"/>
          <p14:tracePt t="14802" x="7545388" y="2000250"/>
          <p14:tracePt t="14819" x="7331075" y="2106613"/>
          <p14:tracePt t="14835" x="7129463" y="2281238"/>
          <p14:tracePt t="14852" x="7062788" y="2374900"/>
          <p14:tracePt t="14869" x="7050088" y="2428875"/>
          <p14:tracePt t="14885" x="7050088" y="2482850"/>
          <p14:tracePt t="14902" x="7075488" y="2549525"/>
          <p14:tracePt t="14903" x="7102475" y="2603500"/>
          <p14:tracePt t="14919" x="7197725" y="2724150"/>
          <p14:tracePt t="14935" x="7345363" y="2886075"/>
          <p14:tracePt t="14952" x="7532688" y="3006725"/>
          <p14:tracePt t="14969" x="7626350" y="3019425"/>
          <p14:tracePt t="14985" x="7680325" y="3019425"/>
          <p14:tracePt t="15002" x="7707313" y="3019425"/>
          <p14:tracePt t="15019" x="7720013" y="3006725"/>
          <p14:tracePt t="15036" x="7734300" y="3006725"/>
          <p14:tracePt t="15073" x="7720013" y="3006725"/>
          <p14:tracePt t="15080" x="7707313" y="3006725"/>
          <p14:tracePt t="15087" x="7694613" y="3019425"/>
          <p14:tracePt t="15103" x="7640638" y="3046413"/>
          <p14:tracePt t="15118" x="7599363" y="3073400"/>
          <p14:tracePt t="15136" x="7586663" y="3073400"/>
          <p14:tracePt t="15152" x="7559675" y="3086100"/>
          <p14:tracePt t="15169" x="7559675" y="3100388"/>
          <p14:tracePt t="15185" x="7545388" y="3127375"/>
          <p14:tracePt t="15202" x="7532688" y="3127375"/>
          <p14:tracePt t="15219" x="7532688" y="3154363"/>
          <p14:tracePt t="15235" x="7519988" y="3154363"/>
          <p14:tracePt t="15252" x="7505700" y="3154363"/>
          <p14:tracePt t="15287" x="7493000" y="3154363"/>
          <p14:tracePt t="15361" x="7478713" y="3154363"/>
          <p14:tracePt t="15416" x="7478713" y="3140075"/>
          <p14:tracePt t="15437" x="7493000" y="3140075"/>
          <p14:tracePt t="15450" x="7493000" y="3127375"/>
          <p14:tracePt t="15464" x="7493000" y="3113088"/>
          <p14:tracePt t="15478" x="7505700" y="3113088"/>
          <p14:tracePt t="15491" x="7519988" y="3113088"/>
          <p14:tracePt t="15502" x="7519988" y="3100388"/>
          <p14:tracePt t="15518" x="7519988" y="3086100"/>
          <p14:tracePt t="15535" x="7532688" y="3060700"/>
          <p14:tracePt t="15552" x="7545388" y="3046413"/>
          <p14:tracePt t="15568" x="7545388" y="3019425"/>
          <p14:tracePt t="15585" x="7545388" y="3006725"/>
          <p14:tracePt t="15602" x="7559675" y="2979738"/>
          <p14:tracePt t="15602" x="7559675" y="2965450"/>
          <p14:tracePt t="15618" x="7572375" y="2952750"/>
          <p14:tracePt t="15635" x="7586663" y="2898775"/>
          <p14:tracePt t="15637" x="7613650" y="2832100"/>
          <p14:tracePt t="15652" x="7707313" y="2576513"/>
          <p14:tracePt t="15668" x="7773988" y="2268538"/>
          <p14:tracePt t="15685" x="7800975" y="2027238"/>
          <p14:tracePt t="15701" x="7788275" y="1931988"/>
          <p14:tracePt t="15718" x="7747000" y="1838325"/>
          <p14:tracePt t="15718" x="7720013" y="1798638"/>
          <p14:tracePt t="15735" x="7707313" y="1717675"/>
          <p14:tracePt t="15751" x="7667625" y="1651000"/>
          <p14:tracePt t="15768" x="7626350" y="1570038"/>
          <p14:tracePt t="15785" x="7599363" y="1530350"/>
          <p14:tracePt t="15801" x="7599363" y="1516063"/>
          <p14:tracePt t="15818" x="7586663" y="1516063"/>
          <p14:tracePt t="15835" x="7572375" y="1516063"/>
          <p14:tracePt t="15835" x="7559675" y="1516063"/>
          <p14:tracePt t="15851" x="7545388" y="1516063"/>
          <p14:tracePt t="15868" x="7532688" y="1516063"/>
          <p14:tracePt t="15885" x="7505700" y="1530350"/>
          <p14:tracePt t="15901" x="7478713" y="1557338"/>
          <p14:tracePt t="15918" x="7412038" y="1584325"/>
          <p14:tracePt t="15935" x="7331075" y="1624013"/>
          <p14:tracePt t="15952" x="7210425" y="1677988"/>
          <p14:tracePt t="15968" x="7116763" y="1690688"/>
          <p14:tracePt t="15985" x="7035800" y="1704975"/>
          <p14:tracePt t="15986" x="7008813" y="1704975"/>
          <p14:tracePt t="16001" x="6915150" y="1717675"/>
          <p14:tracePt t="16018" x="6834188" y="1731963"/>
          <p14:tracePt t="16034" x="6713538" y="1771650"/>
          <p14:tracePt t="16051" x="6632575" y="1798638"/>
          <p14:tracePt t="16068" x="6538913" y="1825625"/>
          <p14:tracePt t="16084" x="6430963" y="1865313"/>
          <p14:tracePt t="16101" x="6405563" y="1879600"/>
          <p14:tracePt t="16118" x="6405563" y="1905000"/>
          <p14:tracePt t="16135" x="6405563" y="1919288"/>
          <p14:tracePt t="16151" x="6405563" y="1931988"/>
          <p14:tracePt t="16168" x="6418263" y="1958975"/>
          <p14:tracePt t="16185" x="6445250" y="1958975"/>
          <p14:tracePt t="16201" x="6526213" y="1985963"/>
          <p14:tracePt t="16218" x="6848475" y="2066925"/>
          <p14:tracePt t="16234" x="7116763" y="2106613"/>
          <p14:tracePt t="16251" x="7331075" y="2174875"/>
          <p14:tracePt t="16268" x="7505700" y="2227263"/>
          <p14:tracePt t="16284" x="7572375" y="2254250"/>
          <p14:tracePt t="16302" x="7599363" y="2254250"/>
          <p14:tracePt t="16336" x="7613650" y="2254250"/>
          <p14:tracePt t="16348" x="7626350" y="2254250"/>
          <p14:tracePt t="16370" x="7626350" y="2241550"/>
          <p14:tracePt t="16383" x="7640638" y="2227263"/>
          <p14:tracePt t="16396" x="7640638" y="2214563"/>
          <p14:tracePt t="16410" x="7653338" y="2214563"/>
          <p14:tracePt t="16431" x="7667625" y="2200275"/>
          <p14:tracePt t="16458" x="7680325" y="2200275"/>
          <p14:tracePt t="16527" x="7667625" y="2200275"/>
          <p14:tracePt t="17199" x="7626350" y="2200275"/>
          <p14:tracePt t="17206" x="7559675" y="2200275"/>
          <p14:tracePt t="17217" x="7451725" y="2200275"/>
          <p14:tracePt t="17234" x="7210425" y="2200275"/>
          <p14:tracePt t="17234" x="7035800" y="2200275"/>
          <p14:tracePt t="17250" x="6673850" y="2268538"/>
          <p14:tracePt t="17267" x="6297613" y="2362200"/>
          <p14:tracePt t="17283" x="5827713" y="2536825"/>
          <p14:tracePt t="17300" x="5638800" y="2684463"/>
          <p14:tracePt t="17317" x="5491163" y="2844800"/>
          <p14:tracePt t="17333" x="5451475" y="2925763"/>
          <p14:tracePt t="17350" x="5438775" y="3060700"/>
          <p14:tracePt t="17366" x="5438775" y="3208338"/>
          <p14:tracePt t="17384" x="5478463" y="3462338"/>
          <p14:tracePt t="17400" x="5532438" y="3570288"/>
          <p14:tracePt t="17416" x="5613400" y="3649663"/>
          <p14:tracePt t="17433" x="5786438" y="3744913"/>
          <p14:tracePt t="17450" x="6015038" y="3784600"/>
          <p14:tracePt t="17467" x="6378575" y="3784600"/>
          <p14:tracePt t="17468" x="6632575" y="3730625"/>
          <p14:tracePt t="17483" x="7397750" y="3449638"/>
          <p14:tracePt t="17500" x="8096250" y="3113088"/>
          <p14:tracePt t="17516" x="8432800" y="2938463"/>
          <p14:tracePt t="17533" x="8647113" y="2859088"/>
          <p14:tracePt t="17550" x="8834438" y="2790825"/>
          <p14:tracePt t="17566" x="8888413" y="2778125"/>
          <p14:tracePt t="17583" x="8956675" y="2765425"/>
          <p14:tracePt t="17600" x="8983663" y="2765425"/>
          <p14:tracePt t="17616" x="9023350" y="2765425"/>
          <p14:tracePt t="17633" x="9131300" y="2817813"/>
          <p14:tracePt t="17650" x="9183688" y="2886075"/>
          <p14:tracePt t="17666" x="9291638" y="2992438"/>
          <p14:tracePt t="17683" x="9358313" y="3060700"/>
          <p14:tracePt t="17700" x="9385300" y="3086100"/>
          <p14:tracePt t="17700" x="9385300" y="3113088"/>
          <p14:tracePt t="17716" x="9399588" y="3113088"/>
          <p14:tracePt t="17733" x="9412288" y="3140075"/>
          <p14:tracePt t="17750" x="9412288" y="3154363"/>
          <p14:tracePt t="17766" x="9426575" y="3167063"/>
          <p14:tracePt t="17783" x="9439275" y="3167063"/>
          <p14:tracePt t="17800" x="9439275" y="3181350"/>
          <p14:tracePt t="18488" x="9412288" y="3113088"/>
          <p14:tracePt t="18495" x="9331325" y="2979738"/>
          <p14:tracePt t="18502" x="9183688" y="2738438"/>
          <p14:tracePt t="18516" x="9009063" y="2549525"/>
          <p14:tracePt t="18516" x="8782050" y="2374900"/>
          <p14:tracePt t="18532" x="8391525" y="2254250"/>
          <p14:tracePt t="18549" x="7948613" y="2200275"/>
          <p14:tracePt t="18566" x="7667625" y="2200275"/>
          <p14:tracePt t="18582" x="7345363" y="2200275"/>
          <p14:tracePt t="18599" x="6848475" y="2241550"/>
          <p14:tracePt t="18616" x="6499225" y="2335213"/>
          <p14:tracePt t="18632" x="6189663" y="2509838"/>
          <p14:tracePt t="18649" x="5719763" y="2913063"/>
          <p14:tracePt t="18666" x="5438775" y="3208338"/>
          <p14:tracePt t="18682" x="5156200" y="3516313"/>
          <p14:tracePt t="18699" x="5062538" y="3597275"/>
          <p14:tracePt t="18715" x="5008563" y="3649663"/>
          <p14:tracePt t="18732" x="5008563" y="3636963"/>
          <p14:tracePt t="18750" x="5035550" y="3502025"/>
          <p14:tracePt t="18766" x="5156200" y="3287713"/>
          <p14:tracePt t="18782" x="5491163" y="2898775"/>
          <p14:tracePt t="18783" x="6108700" y="2470150"/>
          <p14:tracePt t="18799" x="7466013" y="1784350"/>
          <p14:tracePt t="18816" x="8634413" y="1503363"/>
          <p14:tracePt t="18832" x="10164763" y="1570038"/>
          <p14:tracePt t="18849" x="11104563" y="1852613"/>
          <p14:tracePt t="19550" x="11466513" y="3260725"/>
          <p14:tracePt t="19565" x="11171238" y="3302000"/>
          <p14:tracePt t="19565" x="10942638" y="3314700"/>
          <p14:tracePt t="19581" x="10541000" y="3314700"/>
          <p14:tracePt t="19599" x="10029825" y="3395663"/>
          <p14:tracePt t="19615" x="9842500" y="3395663"/>
          <p14:tracePt t="19632" x="9707563" y="3408363"/>
          <p14:tracePt t="19648" x="9586913" y="3408363"/>
          <p14:tracePt t="19665" x="9547225" y="3408363"/>
          <p14:tracePt t="19681" x="9520238" y="3408363"/>
          <p14:tracePt t="19698" x="9505950" y="3408363"/>
          <p14:tracePt t="19715" x="9493250" y="3408363"/>
          <p14:tracePt t="19736" x="9478963" y="3408363"/>
          <p14:tracePt t="21141" x="9372600" y="3408363"/>
          <p14:tracePt t="21148" x="9224963" y="3368675"/>
          <p14:tracePt t="21156" x="9023350" y="3355975"/>
          <p14:tracePt t="21172" x="8512175" y="3302000"/>
          <p14:tracePt t="21189" x="7908925" y="3233738"/>
          <p14:tracePt t="21205" x="7170738" y="3140075"/>
          <p14:tracePt t="21222" x="6767513" y="3073400"/>
          <p14:tracePt t="21238" x="6405563" y="2965450"/>
          <p14:tracePt t="21255" x="6256338" y="2898775"/>
          <p14:tracePt t="21272" x="6189663" y="2832100"/>
          <p14:tracePt t="21289" x="6176963" y="2765425"/>
          <p14:tracePt t="21305" x="6189663" y="2684463"/>
          <p14:tracePt t="21322" x="6216650" y="2603500"/>
          <p14:tracePt t="21338" x="6243638" y="2576513"/>
          <p14:tracePt t="21355" x="6270625" y="2536825"/>
          <p14:tracePt t="21372" x="6270625" y="2522538"/>
          <p14:tracePt t="21389" x="6270625" y="2509838"/>
          <p14:tracePt t="21405" x="6256338" y="2495550"/>
          <p14:tracePt t="21421" x="6216650" y="2509838"/>
          <p14:tracePt t="21438" x="6162675" y="2536825"/>
          <p14:tracePt t="21455" x="6122988" y="2576513"/>
          <p14:tracePt t="21472" x="6083300" y="2630488"/>
          <p14:tracePt t="21488" x="6083300" y="2684463"/>
          <p14:tracePt t="21505" x="6122988" y="2805113"/>
          <p14:tracePt t="21521" x="6203950" y="3006725"/>
          <p14:tracePt t="21538" x="6405563" y="3502025"/>
          <p14:tracePt t="21539" x="6578600" y="3878263"/>
          <p14:tracePt t="21555" x="6927850" y="4214813"/>
          <p14:tracePt t="21571" x="7223125" y="4375150"/>
          <p14:tracePt t="21588" x="7545388" y="4387850"/>
          <p14:tracePt t="21605" x="7800975" y="4294188"/>
          <p14:tracePt t="21621" x="7935913" y="4187825"/>
          <p14:tracePt t="21622" x="7975600" y="4146550"/>
          <p14:tracePt t="21638" x="7989888" y="4106863"/>
          <p14:tracePt t="21655" x="7989888" y="4079875"/>
          <p14:tracePt t="21671" x="7989888" y="4025900"/>
          <p14:tracePt t="21688" x="7962900" y="3986213"/>
          <p14:tracePt t="21705" x="7854950" y="3865563"/>
          <p14:tracePt t="21721" x="7720013" y="3730625"/>
          <p14:tracePt t="21738" x="7572375" y="3582988"/>
          <p14:tracePt t="21739" x="7519988" y="3556000"/>
          <p14:tracePt t="21755" x="7451725" y="3556000"/>
          <p14:tracePt t="21771" x="7424738" y="3556000"/>
          <p14:tracePt t="21787" x="7372350" y="3570288"/>
          <p14:tracePt t="21804" x="7331075" y="3624263"/>
          <p14:tracePt t="21821" x="7318375" y="3703638"/>
          <p14:tracePt t="21838" x="7304088" y="3730625"/>
          <p14:tracePt t="21855" x="7304088" y="3757613"/>
          <p14:tracePt t="21871" x="7304088" y="3771900"/>
          <p14:tracePt t="21916" x="7318375" y="3771900"/>
          <p14:tracePt t="21936" x="7331075" y="3771900"/>
          <p14:tracePt t="21950" x="7331075" y="3757613"/>
          <p14:tracePt t="21957" x="7331075" y="3744913"/>
          <p14:tracePt t="21978" x="7345363" y="3730625"/>
          <p14:tracePt t="23088" x="7385050" y="3717925"/>
          <p14:tracePt t="23095" x="7439025" y="3690938"/>
          <p14:tracePt t="23107" x="7532688" y="3649663"/>
          <p14:tracePt t="23124" x="7734300" y="3556000"/>
          <p14:tracePt t="23141" x="7800975" y="3529013"/>
          <p14:tracePt t="23158" x="7854950" y="3489325"/>
          <p14:tracePt t="23174" x="7867650" y="3476625"/>
          <p14:tracePt t="23191" x="7881938" y="3435350"/>
          <p14:tracePt t="23207" x="7881938" y="3422650"/>
          <p14:tracePt t="23224" x="7881938" y="3381375"/>
          <p14:tracePt t="23241" x="7867650" y="3314700"/>
          <p14:tracePt t="23258" x="7854950" y="3260725"/>
          <p14:tracePt t="23274" x="7854950" y="3181350"/>
          <p14:tracePt t="23291" x="7854950" y="3140075"/>
          <p14:tracePt t="23308" x="7854950" y="3073400"/>
          <p14:tracePt t="23324" x="7854950" y="3060700"/>
          <p14:tracePt t="23341" x="7854950" y="3046413"/>
          <p14:tracePt t="23342" x="7854950" y="3033713"/>
          <p14:tracePt t="23357" x="7854950" y="3019425"/>
          <p14:tracePt t="23374" x="7867650" y="2992438"/>
          <p14:tracePt t="23391" x="7894638" y="2952750"/>
          <p14:tracePt t="23407" x="7948613" y="2898775"/>
          <p14:tracePt t="23425" x="8110538" y="2751138"/>
          <p14:tracePt t="23440" x="8189913" y="2711450"/>
          <p14:tracePt t="23457" x="8243888" y="2670175"/>
          <p14:tracePt t="23474" x="8297863" y="2643188"/>
          <p14:tracePt t="23491" x="8312150" y="2617788"/>
          <p14:tracePt t="23507" x="8339138" y="2617788"/>
          <p14:tracePt t="23524" x="8418513" y="2576513"/>
          <p14:tracePt t="23541" x="8566150" y="2549525"/>
          <p14:tracePt t="23557" x="8661400" y="2536825"/>
          <p14:tracePt t="23574" x="8767763" y="2522538"/>
          <p14:tracePt t="23591" x="8861425" y="2509838"/>
          <p14:tracePt t="23607" x="8915400" y="2495550"/>
          <p14:tracePt t="23624" x="8956675" y="2482850"/>
          <p14:tracePt t="23640" x="8969375" y="2482850"/>
          <p14:tracePt t="23658" x="8996363" y="2482850"/>
          <p14:tracePt t="23674" x="9009063" y="2482850"/>
          <p14:tracePt t="23691" x="9023350" y="2482850"/>
          <p14:tracePt t="23747" x="9009063" y="2482850"/>
          <p14:tracePt t="23754" x="9009063" y="2495550"/>
          <p14:tracePt t="23760" x="8996363" y="2495550"/>
          <p14:tracePt t="23774" x="8969375" y="2495550"/>
          <p14:tracePt t="23790" x="8969375" y="2509838"/>
          <p14:tracePt t="23807" x="8942388" y="2522538"/>
          <p14:tracePt t="23824" x="8915400" y="2536825"/>
          <p14:tracePt t="23840" x="8902700" y="2563813"/>
          <p14:tracePt t="23857" x="8888413" y="2563813"/>
          <p14:tracePt t="23858" x="8875713" y="2563813"/>
          <p14:tracePt t="23875" x="8861425" y="2576513"/>
          <p14:tracePt t="23891" x="8848725" y="2590800"/>
          <p14:tracePt t="23911" x="8834438" y="2603500"/>
          <p14:tracePt t="23925" x="8821738" y="2617788"/>
          <p14:tracePt t="23945" x="8809038" y="2617788"/>
          <p14:tracePt t="23957" x="8794750" y="2617788"/>
          <p14:tracePt t="23974" x="8794750" y="2630488"/>
          <p14:tracePt t="23974" x="8782050" y="2630488"/>
          <p14:tracePt t="23991" x="8767763" y="2630488"/>
          <p14:tracePt t="24009" x="8755063" y="2630488"/>
          <p14:tracePt t="24024" x="8740775" y="2630488"/>
          <p14:tracePt t="24041" x="8713788" y="2630488"/>
          <p14:tracePt t="24057" x="8701088" y="2630488"/>
          <p14:tracePt t="24074" x="8674100" y="2617788"/>
          <p14:tracePt t="24090" x="8647113" y="2603500"/>
          <p14:tracePt t="24107" x="8593138" y="2576513"/>
          <p14:tracePt t="24124" x="8553450" y="2549525"/>
          <p14:tracePt t="24141" x="8499475" y="2522538"/>
          <p14:tracePt t="24157" x="8432800" y="2495550"/>
          <p14:tracePt t="24173" x="8324850" y="2470150"/>
          <p14:tracePt t="24190" x="8243888" y="2443163"/>
          <p14:tracePt t="24207" x="8123238" y="2416175"/>
          <p14:tracePt t="24224" x="8056563" y="2401888"/>
          <p14:tracePt t="24240" x="7962900" y="2389188"/>
          <p14:tracePt t="24257" x="7921625" y="2389188"/>
          <p14:tracePt t="24273" x="7908925" y="2389188"/>
          <p14:tracePt t="24290" x="7881938" y="2389188"/>
          <p14:tracePt t="24307" x="7854950" y="2389188"/>
          <p14:tracePt t="24323" x="7842250" y="2389188"/>
          <p14:tracePt t="24340" x="7815263" y="2389188"/>
          <p14:tracePt t="24357" x="7800975" y="2401888"/>
          <p14:tracePt t="24373" x="7788275" y="2416175"/>
          <p14:tracePt t="24390" x="7761288" y="2428875"/>
          <p14:tracePt t="24407" x="7747000" y="2443163"/>
          <p14:tracePt t="24424" x="7734300" y="2455863"/>
          <p14:tracePt t="24439" x="7707313" y="2455863"/>
          <p14:tracePt t="24456" x="7694613" y="2470150"/>
          <p14:tracePt t="24474" x="7680325" y="2482850"/>
          <p14:tracePt t="24501" x="7667625" y="2495550"/>
          <p14:tracePt t="24515" x="7653338" y="2509838"/>
          <p14:tracePt t="24528" x="7640638" y="2509838"/>
          <p14:tracePt t="24549" x="7640638" y="2522538"/>
          <p14:tracePt t="24563" x="7640638" y="2536825"/>
          <p14:tracePt t="24638" x="7653338" y="2522538"/>
          <p14:tracePt t="24652" x="7667625" y="2522538"/>
          <p14:tracePt t="24672" x="7680325" y="2509838"/>
          <p14:tracePt t="24679" x="7694613" y="2509838"/>
          <p14:tracePt t="24708" x="7707313" y="2509838"/>
          <p14:tracePt t="24720" x="7720013" y="2509838"/>
          <p14:tracePt t="24755" x="7734300" y="2509838"/>
          <p14:tracePt t="24790" x="7734300" y="2522538"/>
          <p14:tracePt t="24803" x="7734300" y="2536825"/>
          <p14:tracePt t="24817" x="7734300" y="2549525"/>
          <p14:tracePt t="24830" x="7720013" y="2549525"/>
          <p14:tracePt t="24844" x="7707313" y="2549525"/>
          <p14:tracePt t="24865" x="7694613" y="2549525"/>
          <p14:tracePt t="24873" x="7680325" y="2549525"/>
          <p14:tracePt t="24892" x="7653338" y="2563813"/>
          <p14:tracePt t="24906" x="7640638" y="2576513"/>
          <p14:tracePt t="24923" x="7599363" y="2576513"/>
          <p14:tracePt t="24940" x="7532688" y="2617788"/>
          <p14:tracePt t="24956" x="7493000" y="2630488"/>
          <p14:tracePt t="24972" x="7439025" y="2630488"/>
          <p14:tracePt t="24989" x="7372350" y="2657475"/>
          <p14:tracePt t="25006" x="7345363" y="2657475"/>
          <p14:tracePt t="25010" x="7331075" y="2670175"/>
          <p14:tracePt t="25024" x="7318375" y="2670175"/>
          <p14:tracePt t="25039" x="7304088" y="2670175"/>
          <p14:tracePt t="25060" x="7291388" y="2670175"/>
          <p14:tracePt t="25073" x="7277100" y="2670175"/>
          <p14:tracePt t="25125" x="7291388" y="2670175"/>
          <p14:tracePt t="25557" x="7291388" y="2684463"/>
          <p14:tracePt t="25564" x="7277100" y="2684463"/>
          <p14:tracePt t="25572" x="7277100" y="2697163"/>
          <p14:tracePt t="25589" x="7264400" y="2711450"/>
          <p14:tracePt t="25606" x="7250113" y="2711450"/>
          <p14:tracePt t="25606" x="7237413" y="2724150"/>
          <p14:tracePt t="25622" x="7210425" y="2738438"/>
          <p14:tracePt t="25639" x="7170738" y="2765425"/>
          <p14:tracePt t="25656" x="7102475" y="2790825"/>
          <p14:tracePt t="25672" x="7008813" y="2817813"/>
          <p14:tracePt t="25689" x="6848475" y="2844800"/>
          <p14:tracePt t="25706" x="6659563" y="2859088"/>
          <p14:tracePt t="25722" x="6378575" y="2832100"/>
          <p14:tracePt t="25739" x="6216650" y="2790825"/>
          <p14:tracePt t="25756" x="5988050" y="2738438"/>
          <p14:tracePt t="25772" x="5894388" y="2684463"/>
          <p14:tracePt t="25789" x="5854700" y="2657475"/>
          <p14:tracePt t="25805" x="5813425" y="2630488"/>
          <p14:tracePt t="25822" x="5800725" y="2590800"/>
          <p14:tracePt t="25839" x="5800725" y="2563813"/>
          <p14:tracePt t="25856" x="5800725" y="2549525"/>
          <p14:tracePt t="25872" x="5800725" y="2536825"/>
          <p14:tracePt t="25893" x="5813425" y="2536825"/>
          <p14:tracePt t="25906" x="5827713" y="2536825"/>
          <p14:tracePt t="25922" x="5840413" y="2549525"/>
          <p14:tracePt t="25939" x="5854700" y="2576513"/>
          <p14:tracePt t="25956" x="5881688" y="2590800"/>
          <p14:tracePt t="25972" x="5894388" y="2603500"/>
          <p14:tracePt t="25989" x="5908675" y="2630488"/>
          <p14:tracePt t="26005" x="5935663" y="2643188"/>
          <p14:tracePt t="26022" x="5948363" y="2657475"/>
          <p14:tracePt t="26040" x="6015038" y="2670175"/>
          <p14:tracePt t="26056" x="6069013" y="2697163"/>
          <p14:tracePt t="26058" x="6108700" y="2697163"/>
          <p14:tracePt t="26072" x="6176963" y="2711450"/>
          <p14:tracePt t="26089" x="6243638" y="2711450"/>
          <p14:tracePt t="26106" x="6351588" y="2711450"/>
          <p14:tracePt t="26122" x="6418263" y="2711450"/>
          <p14:tracePt t="26139" x="6499225" y="2697163"/>
          <p14:tracePt t="26140" x="6538913" y="2697163"/>
          <p14:tracePt t="26155" x="6592888" y="2697163"/>
          <p14:tracePt t="26172" x="6605588" y="2697163"/>
          <p14:tracePt t="26189" x="6632575" y="2697163"/>
          <p14:tracePt t="26205" x="6659563" y="2697163"/>
          <p14:tracePt t="26223" x="6673850" y="2697163"/>
          <p14:tracePt t="26239" x="6686550" y="2697163"/>
          <p14:tracePt t="26311" x="6673850" y="2697163"/>
          <p14:tracePt t="26332" x="6659563" y="2697163"/>
          <p14:tracePt t="26339" x="6646863" y="2697163"/>
          <p14:tracePt t="26345" x="6632575" y="2697163"/>
          <p14:tracePt t="26360" x="6619875" y="2697163"/>
          <p14:tracePt t="26373" x="6605588" y="2697163"/>
          <p14:tracePt t="26393" x="6592888" y="2697163"/>
          <p14:tracePt t="26408" x="6578600" y="2697163"/>
          <p14:tracePt t="26441" x="6565900" y="2697163"/>
          <p14:tracePt t="26462" x="6553200" y="2697163"/>
          <p14:tracePt t="26517" x="6538913" y="2697163"/>
          <p14:tracePt t="26558" x="6526213" y="2697163"/>
          <p14:tracePt t="26921" x="6526213" y="2711450"/>
          <p14:tracePt t="26990" x="6511925" y="2711450"/>
          <p14:tracePt t="26997" x="6499225" y="2711450"/>
          <p14:tracePt t="27009" x="6499225" y="2697163"/>
          <p14:tracePt t="27025" x="6457950" y="2684463"/>
          <p14:tracePt t="27042" x="6405563" y="2657475"/>
          <p14:tracePt t="27059" x="6324600" y="2617788"/>
          <p14:tracePt t="27075" x="6176963" y="2536825"/>
          <p14:tracePt t="27092" x="6122988" y="2482850"/>
          <p14:tracePt t="27109" x="6069013" y="2428875"/>
          <p14:tracePt t="27125" x="6042025" y="2401888"/>
          <p14:tracePt t="27142" x="6029325" y="2362200"/>
          <p14:tracePt t="27159" x="6015038" y="2347913"/>
          <p14:tracePt t="27176" x="6015038" y="2335213"/>
          <p14:tracePt t="27192" x="6002338" y="2322513"/>
          <p14:tracePt t="27209" x="5988050" y="2322513"/>
          <p14:tracePt t="27225" x="5988050" y="2308225"/>
          <p14:tracePt t="27305" x="5988050" y="2322513"/>
          <p14:tracePt t="27319" x="5988050" y="2335213"/>
          <p14:tracePt t="27346" x="5988050" y="2347913"/>
          <p14:tracePt t="27401" x="6002338" y="2347913"/>
          <p14:tracePt t="28793" x="6042025" y="2347913"/>
          <p14:tracePt t="28800" x="6108700" y="2347913"/>
          <p14:tracePt t="28811" x="6176963" y="2362200"/>
          <p14:tracePt t="28828" x="6324600" y="2362200"/>
          <p14:tracePt t="28844" x="6605588" y="2362200"/>
          <p14:tracePt t="28861" x="6767513" y="2362200"/>
          <p14:tracePt t="28878" x="7008813" y="2347913"/>
          <p14:tracePt t="28895" x="7183438" y="2335213"/>
          <p14:tracePt t="28896" x="7277100" y="2322513"/>
          <p14:tracePt t="28911" x="7451725" y="2322513"/>
          <p14:tracePt t="28928" x="7653338" y="2295525"/>
          <p14:tracePt t="28945" x="7908925" y="2295525"/>
          <p14:tracePt t="28961" x="8042275" y="2295525"/>
          <p14:tracePt t="28978" x="8137525" y="2295525"/>
          <p14:tracePt t="28994" x="8285163" y="2295525"/>
          <p14:tracePt t="29011" x="8378825" y="2295525"/>
          <p14:tracePt t="29028" x="8445500" y="2295525"/>
          <p14:tracePt t="29045" x="8553450" y="2322513"/>
          <p14:tracePt t="29047" x="8580438" y="2322513"/>
          <p14:tracePt t="29061" x="8607425" y="2335213"/>
          <p14:tracePt t="29078" x="8661400" y="2335213"/>
          <p14:tracePt t="29095" x="8701088" y="2347913"/>
          <p14:tracePt t="29111" x="8713788" y="2347913"/>
          <p14:tracePt t="29128" x="8728075" y="2362200"/>
          <p14:tracePt t="29144" x="8728075" y="2374900"/>
          <p14:tracePt t="29164" x="8728075" y="2389188"/>
          <p14:tracePt t="29178" x="8728075" y="2401888"/>
          <p14:tracePt t="29194" x="8728075" y="2416175"/>
          <p14:tracePt t="29211" x="8728075" y="2428875"/>
          <p14:tracePt t="29211" x="8713788" y="2443163"/>
          <p14:tracePt t="29228" x="8701088" y="2443163"/>
          <p14:tracePt t="29244" x="8674100" y="2455863"/>
          <p14:tracePt t="29261" x="8634413" y="2455863"/>
          <p14:tracePt t="29278" x="8620125" y="2455863"/>
          <p14:tracePt t="29294" x="8593138" y="2455863"/>
          <p14:tracePt t="29311" x="8553450" y="2455863"/>
          <p14:tracePt t="29328" x="8539163" y="2455863"/>
          <p14:tracePt t="29344" x="8512175" y="2455863"/>
          <p14:tracePt t="29361" x="8499475" y="2455863"/>
          <p14:tracePt t="29377" x="8486775" y="2455863"/>
          <p14:tracePt t="29394" x="8472488" y="2455863"/>
          <p14:tracePt t="29815" x="8445500" y="2470150"/>
          <p14:tracePt t="29828" x="8432800" y="2470150"/>
          <p14:tracePt t="29849" x="8418513" y="2482850"/>
          <p14:tracePt t="29857" x="8405813" y="2495550"/>
          <p14:tracePt t="29883" x="8391525" y="2495550"/>
          <p14:tracePt t="29890" x="8391525" y="2509838"/>
          <p14:tracePt t="30083" x="8391525" y="2495550"/>
          <p14:tracePt t="30130" x="8391525" y="2482850"/>
          <p14:tracePt t="30254" x="8391525" y="2470150"/>
          <p14:tracePt t="30275" x="8391525" y="2455863"/>
          <p14:tracePt t="30816" x="8432800" y="2443163"/>
          <p14:tracePt t="30823" x="8499475" y="2428875"/>
          <p14:tracePt t="30830" x="8593138" y="2416175"/>
          <p14:tracePt t="30847" x="8809038" y="2374900"/>
          <p14:tracePt t="30864" x="9156700" y="2374900"/>
          <p14:tracePt t="30880" x="9358313" y="2374900"/>
          <p14:tracePt t="30897" x="9547225" y="2374900"/>
          <p14:tracePt t="30914" x="9855200" y="2374900"/>
          <p14:tracePt t="30930" x="9990138" y="2389188"/>
          <p14:tracePt t="30947" x="10083800" y="2401888"/>
          <p14:tracePt t="30964" x="10110788" y="2401888"/>
          <p14:tracePt t="30980" x="10137775" y="2401888"/>
          <p14:tracePt t="30997" x="10150475" y="2401888"/>
          <p14:tracePt t="31014" x="10164763" y="2401888"/>
          <p14:tracePt t="31030" x="10177463" y="2401888"/>
          <p14:tracePt t="31047" x="10191750" y="2401888"/>
          <p14:tracePt t="31064" x="10204450" y="2401888"/>
          <p14:tracePt t="31084" x="10218738" y="2401888"/>
          <p14:tracePt t="31104" x="10231438" y="2401888"/>
          <p14:tracePt t="31227" x="10231438" y="2389188"/>
          <p14:tracePt t="31276" x="10231438" y="2374900"/>
          <p14:tracePt t="31398" x="10231438" y="2362200"/>
          <p14:tracePt t="31428" x="10231438" y="2347913"/>
          <p14:tracePt t="31488" x="10218738" y="2347913"/>
          <p14:tracePt t="31584" x="10204450" y="2347913"/>
          <p14:tracePt t="31646" x="10191750" y="2347913"/>
          <p14:tracePt t="31714" x="10177463" y="2347913"/>
          <p14:tracePt t="32502" x="10150475" y="2347913"/>
          <p14:tracePt t="32509" x="10110788" y="2362200"/>
          <p14:tracePt t="32517" x="10071100" y="2374900"/>
          <p14:tracePt t="32533" x="10029825" y="2428875"/>
          <p14:tracePt t="32550" x="10017125" y="2495550"/>
          <p14:tracePt t="32566" x="10017125" y="2670175"/>
          <p14:tracePt t="32583" x="10017125" y="2913063"/>
          <p14:tracePt t="32600" x="10017125" y="3314700"/>
          <p14:tracePt t="32616" x="10017125" y="3476625"/>
          <p14:tracePt t="32633" x="10029825" y="3556000"/>
          <p14:tracePt t="32650" x="10056813" y="3597275"/>
          <p14:tracePt t="32666" x="10071100" y="3597275"/>
          <p14:tracePt t="32667" x="10083800" y="3597275"/>
          <p14:tracePt t="32683" x="10110788" y="3597275"/>
          <p14:tracePt t="32700" x="10150475" y="3543300"/>
          <p14:tracePt t="32717" x="10150475" y="3422650"/>
          <p14:tracePt t="32733" x="10150475" y="3341688"/>
          <p14:tracePt t="32750" x="10137775" y="3260725"/>
          <p14:tracePt t="32751" x="10123488" y="3221038"/>
          <p14:tracePt t="32766" x="10071100" y="3127375"/>
          <p14:tracePt t="32783" x="9990138" y="3046413"/>
          <p14:tracePt t="32800" x="9869488" y="3006725"/>
          <p14:tracePt t="32816" x="9788525" y="3019425"/>
          <p14:tracePt t="32833" x="9667875" y="3127375"/>
          <p14:tracePt t="32850" x="9626600" y="3208338"/>
          <p14:tracePt t="32866" x="9613900" y="3260725"/>
          <p14:tracePt t="32868" x="9613900" y="3287713"/>
          <p14:tracePt t="32883" x="9613900" y="3314700"/>
          <p14:tracePt t="32900" x="9640888" y="3341688"/>
          <p14:tracePt t="32916" x="9707563" y="3341688"/>
          <p14:tracePt t="32933" x="9801225" y="3341688"/>
          <p14:tracePt t="32950" x="10017125" y="3194050"/>
          <p14:tracePt t="32966" x="10098088" y="3086100"/>
          <p14:tracePt t="32983" x="10110788" y="3006725"/>
          <p14:tracePt t="32999" x="10098088" y="2979738"/>
          <p14:tracePt t="33016" x="10056813" y="2952750"/>
          <p14:tracePt t="33033" x="9948863" y="2952750"/>
          <p14:tracePt t="33050" x="9882188" y="2979738"/>
          <p14:tracePt t="33066" x="9775825" y="3046413"/>
          <p14:tracePt t="33083" x="9748838" y="3100388"/>
          <p14:tracePt t="33100" x="9748838" y="3154363"/>
          <p14:tracePt t="33120" x="9761538" y="3154363"/>
          <p14:tracePt t="33134" x="9801225" y="3154363"/>
          <p14:tracePt t="33149" x="9869488" y="3154363"/>
          <p14:tracePt t="33166" x="9936163" y="3113088"/>
          <p14:tracePt t="33183" x="10002838" y="3073400"/>
          <p14:tracePt t="33200" x="10029825" y="3033713"/>
          <p14:tracePt t="33217" x="10017125" y="3006725"/>
          <p14:tracePt t="33233" x="9990138" y="2992438"/>
          <p14:tracePt t="33249" x="9948863" y="2992438"/>
          <p14:tracePt t="33266" x="9882188" y="3019425"/>
          <p14:tracePt t="33283" x="9869488" y="3033713"/>
          <p14:tracePt t="33285" x="9855200" y="3033713"/>
          <p14:tracePt t="33299" x="9842500" y="3033713"/>
          <p14:tracePt t="33353" x="9855200" y="3033713"/>
          <p14:tracePt t="33408" x="9869488" y="3033713"/>
          <p14:tracePt t="33819" x="9869488" y="3019425"/>
          <p14:tracePt t="33826" x="9869488" y="3006725"/>
          <p14:tracePt t="33833" x="9855200" y="2992438"/>
          <p14:tracePt t="33845" x="9828213" y="2965450"/>
          <p14:tracePt t="33861" x="9707563" y="2844800"/>
          <p14:tracePt t="33878" x="9586913" y="2697163"/>
          <p14:tracePt t="33895" x="9251950" y="2416175"/>
          <p14:tracePt t="33912" x="8996363" y="2268538"/>
          <p14:tracePt t="33928" x="8782050" y="2147888"/>
          <p14:tracePt t="33944" x="8486775" y="2079625"/>
          <p14:tracePt t="33961" x="8312150" y="2093913"/>
          <p14:tracePt t="33978" x="8083550" y="2133600"/>
          <p14:tracePt t="33994" x="7962900" y="2160588"/>
          <p14:tracePt t="34011" x="7842250" y="2200275"/>
          <p14:tracePt t="34012" x="7773988" y="2200275"/>
          <p14:tracePt t="34028" x="7707313" y="2227263"/>
          <p14:tracePt t="34045" x="7626350" y="2227263"/>
          <p14:tracePt t="34047" x="7613650" y="2227263"/>
          <p14:tracePt t="34061" x="7559675" y="2227263"/>
          <p14:tracePt t="34078" x="7505700" y="2227263"/>
          <p14:tracePt t="34094" x="7412038" y="2227263"/>
          <p14:tracePt t="34111" x="7358063" y="2227263"/>
          <p14:tracePt t="34129" x="7264400" y="2227263"/>
          <p14:tracePt t="34144" x="7210425" y="2227263"/>
          <p14:tracePt t="34161" x="7156450" y="2227263"/>
          <p14:tracePt t="34178" x="7075488" y="2227263"/>
          <p14:tracePt t="34194" x="7008813" y="2254250"/>
          <p14:tracePt t="34211" x="6942138" y="2281238"/>
          <p14:tracePt t="34228" x="6900863" y="2308225"/>
          <p14:tracePt t="34245" x="6861175" y="2322513"/>
          <p14:tracePt t="34246" x="6848475" y="2335213"/>
          <p14:tracePt t="34261" x="6834188" y="2347913"/>
          <p14:tracePt t="34278" x="6807200" y="2347913"/>
          <p14:tracePt t="34294" x="6780213" y="2362200"/>
          <p14:tracePt t="34311" x="6780213" y="2374900"/>
          <p14:tracePt t="34327" x="6753225" y="2374900"/>
          <p14:tracePt t="34344" x="6727825" y="2389188"/>
          <p14:tracePt t="34362" x="6713538" y="2401888"/>
          <p14:tracePt t="34402" x="6713538" y="2416175"/>
          <p14:tracePt t="34416" x="6713538" y="2428875"/>
          <p14:tracePt t="34443" x="6727825" y="2428875"/>
          <p14:tracePt t="34450" x="6740525" y="2428875"/>
          <p14:tracePt t="34461" x="6740525" y="2443163"/>
          <p14:tracePt t="34478" x="6767513" y="2455863"/>
          <p14:tracePt t="34494" x="6767513" y="2495550"/>
          <p14:tracePt t="34511" x="6794500" y="2522538"/>
          <p14:tracePt t="34528" x="6807200" y="2563813"/>
          <p14:tracePt t="34544" x="6821488" y="2576513"/>
          <p14:tracePt t="34561" x="6834188" y="2617788"/>
          <p14:tracePt t="34577" x="6848475" y="2630488"/>
          <p14:tracePt t="34595" x="6861175" y="2657475"/>
          <p14:tracePt t="34614" x="6861175" y="2670175"/>
          <p14:tracePt t="34627" x="6875463" y="2670175"/>
          <p14:tracePt t="34644" x="6875463" y="2684463"/>
          <p14:tracePt t="34679" x="6888163" y="2684463"/>
          <p14:tracePt t="34704" x="6900863" y="2684463"/>
          <p14:tracePt t="34724" x="6915150" y="2684463"/>
          <p14:tracePt t="34738" x="6915150" y="2697163"/>
          <p14:tracePt t="34745" x="6927850" y="2697163"/>
          <p14:tracePt t="34752" x="6927850" y="2711450"/>
          <p14:tracePt t="34760" x="6942138" y="2711450"/>
          <p14:tracePt t="34777" x="6954838" y="2711450"/>
          <p14:tracePt t="34794" x="6981825" y="2724150"/>
          <p14:tracePt t="34810" x="6996113" y="2738438"/>
          <p14:tracePt t="34828" x="7035800" y="2738438"/>
          <p14:tracePt t="34844" x="7062788" y="2738438"/>
          <p14:tracePt t="34860" x="7089775" y="2751138"/>
          <p14:tracePt t="34861" x="7102475" y="2765425"/>
          <p14:tracePt t="34877" x="7116763" y="2778125"/>
          <p14:tracePt t="34894" x="7129463" y="2790825"/>
          <p14:tracePt t="34910" x="7143750" y="2805113"/>
          <p14:tracePt t="34927" x="7156450" y="2805113"/>
          <p14:tracePt t="34944" x="7156450" y="2832100"/>
          <p14:tracePt t="34971" x="7156450" y="2844800"/>
          <p14:tracePt t="34991" x="7156450" y="2859088"/>
          <p14:tracePt t="35028" x="7156450" y="2871788"/>
          <p14:tracePt t="35053" x="7156450" y="2886075"/>
          <p14:tracePt t="35067" x="7170738" y="2886075"/>
          <p14:tracePt t="35081" x="7183438" y="2886075"/>
          <p14:tracePt t="35102" x="7183438" y="2898775"/>
          <p14:tracePt t="35109" x="7197725" y="2898775"/>
          <p14:tracePt t="35116" x="7210425" y="2913063"/>
          <p14:tracePt t="35127" x="7223125" y="2913063"/>
          <p14:tracePt t="35144" x="7237413" y="2938463"/>
          <p14:tracePt t="35160" x="7264400" y="2965450"/>
          <p14:tracePt t="35177" x="7291388" y="2992438"/>
          <p14:tracePt t="35178" x="7291388" y="3006725"/>
          <p14:tracePt t="35194" x="7304088" y="3019425"/>
          <p14:tracePt t="35210" x="7318375" y="3046413"/>
          <p14:tracePt t="35227" x="7331075" y="3073400"/>
          <p14:tracePt t="35243" x="7345363" y="3100388"/>
          <p14:tracePt t="35260" x="7345363" y="3113088"/>
          <p14:tracePt t="35287" x="7345363" y="3127375"/>
          <p14:tracePt t="35307" x="7345363" y="3140075"/>
          <p14:tracePt t="35335" x="7345363" y="3154363"/>
          <p14:tracePt t="35355" x="7345363" y="3167063"/>
          <p14:tracePt t="35383" x="7345363" y="3181350"/>
          <p14:tracePt t="35403" x="7345363" y="3194050"/>
          <p14:tracePt t="35437" x="7345363" y="3208338"/>
          <p14:tracePt t="35451" x="7345363" y="3221038"/>
          <p14:tracePt t="35588" x="7345363" y="3208338"/>
          <p14:tracePt t="35609" x="7345363" y="3194050"/>
          <p14:tracePt t="38098" x="7291388" y="3194050"/>
          <p14:tracePt t="38105" x="7264400" y="3194050"/>
          <p14:tracePt t="38111" x="7210425" y="3208338"/>
          <p14:tracePt t="38120" x="7156450" y="3208338"/>
          <p14:tracePt t="38138" x="7062788" y="3208338"/>
          <p14:tracePt t="38140" x="7023100" y="3208338"/>
          <p14:tracePt t="38154" x="6927850" y="3221038"/>
          <p14:tracePt t="38170" x="6834188" y="3233738"/>
          <p14:tracePt t="38187" x="6740525" y="3248025"/>
          <p14:tracePt t="38188" x="6686550" y="3248025"/>
          <p14:tracePt t="38204" x="6592888" y="3248025"/>
          <p14:tracePt t="38220" x="6511925" y="3260725"/>
          <p14:tracePt t="38237" x="6418263" y="3275013"/>
          <p14:tracePt t="38254" x="6391275" y="3275013"/>
          <p14:tracePt t="38270" x="6364288" y="3275013"/>
          <p14:tracePt t="38310" x="6378575" y="3275013"/>
          <p14:tracePt t="38317" x="6391275" y="3275013"/>
          <p14:tracePt t="38331" x="6405563" y="3275013"/>
          <p14:tracePt t="38338" x="6418263" y="3275013"/>
          <p14:tracePt t="38354" x="6445250" y="3275013"/>
          <p14:tracePt t="38370" x="6457950" y="3275013"/>
          <p14:tracePt t="38387" x="6592888" y="3260725"/>
          <p14:tracePt t="38403" x="6740525" y="3260725"/>
          <p14:tracePt t="38420" x="6861175" y="3275013"/>
          <p14:tracePt t="38421" x="6915150" y="3287713"/>
          <p14:tracePt t="38436" x="6996113" y="3287713"/>
          <p14:tracePt t="38453" x="7035800" y="3302000"/>
          <p14:tracePt t="38454" x="7062788" y="3314700"/>
          <p14:tracePt t="38470" x="7075488" y="3314700"/>
          <p14:tracePt t="38487" x="7089775" y="3314700"/>
          <p14:tracePt t="38503" x="7116763" y="3341688"/>
          <p14:tracePt t="38523" x="7129463" y="3341688"/>
          <p14:tracePt t="38537" x="7143750" y="3341688"/>
          <p14:tracePt t="38571" x="7143750" y="3355975"/>
          <p14:tracePt t="38584" x="7143750" y="3368675"/>
          <p14:tracePt t="38598" x="7129463" y="3368675"/>
          <p14:tracePt t="38612" x="7116763" y="3381375"/>
          <p14:tracePt t="38620" x="7089775" y="3408363"/>
          <p14:tracePt t="38636" x="7035800" y="3435350"/>
          <p14:tracePt t="38653" x="6915150" y="3476625"/>
          <p14:tracePt t="38654" x="6807200" y="3516313"/>
          <p14:tracePt t="38670" x="6553200" y="3582988"/>
          <p14:tracePt t="38687" x="6243638" y="3609975"/>
          <p14:tracePt t="38703" x="6149975" y="3597275"/>
          <p14:tracePt t="38720" x="6083300" y="3556000"/>
          <p14:tracePt t="38737" x="6056313" y="3462338"/>
          <p14:tracePt t="38753" x="6096000" y="3381375"/>
          <p14:tracePt t="38770" x="6216650" y="3302000"/>
          <p14:tracePt t="38771" x="6310313" y="3260725"/>
          <p14:tracePt t="38786" x="6457950" y="3194050"/>
          <p14:tracePt t="38803" x="6592888" y="3167063"/>
          <p14:tracePt t="38820" x="6740525" y="3154363"/>
          <p14:tracePt t="38836" x="6807200" y="3154363"/>
          <p14:tracePt t="38853" x="6861175" y="3167063"/>
          <p14:tracePt t="38870" x="6915150" y="3233738"/>
          <p14:tracePt t="38887" x="6954838" y="3328988"/>
          <p14:tracePt t="38904" x="6969125" y="3381375"/>
          <p14:tracePt t="38919" x="6969125" y="3435350"/>
          <p14:tracePt t="38936" x="6969125" y="3516313"/>
          <p14:tracePt t="38953" x="6915150" y="3556000"/>
          <p14:tracePt t="38969" x="6821488" y="3597275"/>
          <p14:tracePt t="38986" x="6740525" y="3609975"/>
          <p14:tracePt t="39003" x="6605588" y="3582988"/>
          <p14:tracePt t="39020" x="6526213" y="3543300"/>
          <p14:tracePt t="39038" x="6418263" y="3462338"/>
          <p14:tracePt t="39053" x="6405563" y="3408363"/>
          <p14:tracePt t="39070" x="6405563" y="3341688"/>
          <p14:tracePt t="39086" x="6472238" y="3248025"/>
          <p14:tracePt t="39103" x="6592888" y="3181350"/>
          <p14:tracePt t="39120" x="6915150" y="3127375"/>
          <p14:tracePt t="39136" x="7116763" y="3113088"/>
          <p14:tracePt t="39153" x="7264400" y="3127375"/>
          <p14:tracePt t="39154" x="7318375" y="3140075"/>
          <p14:tracePt t="39169" x="7412038" y="3181350"/>
          <p14:tracePt t="39186" x="7451725" y="3233738"/>
          <p14:tracePt t="39203" x="7493000" y="3302000"/>
          <p14:tracePt t="39220" x="7493000" y="3355975"/>
          <p14:tracePt t="39237" x="7493000" y="3395663"/>
          <p14:tracePt t="39237" x="7493000" y="3422650"/>
          <p14:tracePt t="39253" x="7493000" y="3449638"/>
          <p14:tracePt t="39270" x="7439025" y="3489325"/>
          <p14:tracePt t="39286" x="7397750" y="3502025"/>
          <p14:tracePt t="39303" x="7331075" y="3502025"/>
          <p14:tracePt t="39319" x="7237413" y="3462338"/>
          <p14:tracePt t="39336" x="7197725" y="3435350"/>
          <p14:tracePt t="39353" x="7156450" y="3408363"/>
          <p14:tracePt t="39354" x="7156450" y="3395663"/>
          <p14:tracePt t="39369" x="7129463" y="3381375"/>
          <p14:tracePt t="39386" x="7116763" y="3355975"/>
          <p14:tracePt t="39403" x="7102475" y="3328988"/>
          <p14:tracePt t="39419" x="7089775" y="3328988"/>
          <p14:tracePt t="39436" x="7089775" y="3302000"/>
          <p14:tracePt t="39453" x="7089775" y="3275013"/>
          <p14:tracePt t="39483" x="7102475" y="3260725"/>
          <p14:tracePt t="39497" x="7116763" y="3248025"/>
          <p14:tracePt t="39510" x="7129463" y="3248025"/>
          <p14:tracePt t="39524" x="7143750" y="3248025"/>
          <p14:tracePt t="39536" x="7156450" y="3248025"/>
          <p14:tracePt t="39552" x="7170738" y="3248025"/>
          <p14:tracePt t="39569" x="7183438" y="3248025"/>
          <p14:tracePt t="39586" x="7210425" y="3248025"/>
          <p14:tracePt t="39602" x="7210425" y="3260725"/>
          <p14:tracePt t="39619" x="7223125" y="3260725"/>
          <p14:tracePt t="39636" x="7223125" y="3275013"/>
          <p14:tracePt t="39652" x="7223125" y="3287713"/>
          <p14:tracePt t="39669" x="7210425" y="3287713"/>
          <p14:tracePt t="39686" x="7183438" y="3302000"/>
          <p14:tracePt t="39703" x="7156450" y="3302000"/>
          <p14:tracePt t="39719" x="7129463" y="3314700"/>
          <p14:tracePt t="39736" x="7102475" y="3314700"/>
          <p14:tracePt t="39753" x="7089775" y="3314700"/>
          <p14:tracePt t="39769" x="7075488" y="3314700"/>
          <p14:tracePt t="39786" x="7050088" y="3314700"/>
          <p14:tracePt t="39802" x="7035800" y="3314700"/>
          <p14:tracePt t="39819" x="6996113" y="3314700"/>
          <p14:tracePt t="39836" x="6981825" y="3302000"/>
          <p14:tracePt t="39852" x="6942138" y="3302000"/>
          <p14:tracePt t="39868" x="6861175" y="3275013"/>
          <p14:tracePt t="39886" x="6807200" y="3233738"/>
          <p14:tracePt t="39887" x="6794500" y="3233738"/>
          <p14:tracePt t="39902" x="6740525" y="3208338"/>
          <p14:tracePt t="39918" x="6700838" y="3167063"/>
          <p14:tracePt t="39936" x="6686550" y="3154363"/>
          <p14:tracePt t="39952" x="6673850" y="3127375"/>
          <p14:tracePt t="39970" x="6673850" y="3113088"/>
          <p14:tracePt t="40045" x="6673850" y="3127375"/>
          <p14:tracePt t="40059" x="6673850" y="3140075"/>
          <p14:tracePt t="40107" x="6673850" y="3154363"/>
          <p14:tracePt t="42335" x="6592888" y="3154363"/>
          <p14:tracePt t="42342" x="6457950" y="3154363"/>
          <p14:tracePt t="42349" x="6324600" y="3154363"/>
          <p14:tracePt t="42363" x="6243638" y="3154363"/>
          <p14:tracePt t="42379" x="6096000" y="3154363"/>
          <p14:tracePt t="42396" x="6069013" y="3167063"/>
          <p14:tracePt t="42413" x="6069013" y="3194050"/>
          <p14:tracePt t="42429" x="6083300" y="3221038"/>
          <p14:tracePt t="42446" x="6108700" y="3248025"/>
          <p14:tracePt t="42463" x="6135688" y="3260725"/>
          <p14:tracePt t="42480" x="6203950" y="3314700"/>
          <p14:tracePt t="42496" x="6310313" y="3408363"/>
          <p14:tracePt t="42514" x="6553200" y="3543300"/>
          <p14:tracePt t="42515" x="6686550" y="3609975"/>
          <p14:tracePt t="42529" x="7075488" y="3717925"/>
          <p14:tracePt t="42546" x="7358063" y="3757613"/>
          <p14:tracePt t="42563" x="7559675" y="3757613"/>
          <p14:tracePt t="42579" x="7613650" y="3730625"/>
          <p14:tracePt t="42596" x="7626350" y="3717925"/>
          <p14:tracePt t="42597" x="7626350" y="3703638"/>
          <p14:tracePt t="42612" x="7626350" y="3676650"/>
          <p14:tracePt t="42630" x="7626350" y="3624263"/>
          <p14:tracePt t="42646" x="7586663" y="3582988"/>
          <p14:tracePt t="42663" x="7519988" y="3543300"/>
          <p14:tracePt t="42665" x="7505700" y="3529013"/>
          <p14:tracePt t="42680" x="7424738" y="3516313"/>
          <p14:tracePt t="42696" x="7358063" y="3489325"/>
          <p14:tracePt t="42714" x="7223125" y="3476625"/>
          <p14:tracePt t="42729" x="7143750" y="3476625"/>
          <p14:tracePt t="42746" x="7075488" y="3476625"/>
          <p14:tracePt t="42763" x="6996113" y="3502025"/>
          <p14:tracePt t="42779" x="6969125" y="3516313"/>
          <p14:tracePt t="42796" x="6954838" y="3543300"/>
          <p14:tracePt t="42812" x="6954838" y="3556000"/>
          <p14:tracePt t="42843" x="6981825" y="3556000"/>
          <p14:tracePt t="42850" x="7008813" y="3556000"/>
          <p14:tracePt t="42863" x="7143750" y="3556000"/>
          <p14:tracePt t="42879" x="7451725" y="3556000"/>
          <p14:tracePt t="42896" x="7707313" y="3543300"/>
          <p14:tracePt t="42912" x="7867650" y="3489325"/>
          <p14:tracePt t="42929" x="7881938" y="3462338"/>
          <p14:tracePt t="42946" x="7881938" y="3435350"/>
          <p14:tracePt t="42962" x="7867650" y="3408363"/>
          <p14:tracePt t="42979" x="7747000" y="3355975"/>
          <p14:tracePt t="42996" x="7572375" y="3341688"/>
          <p14:tracePt t="43012" x="7304088" y="3328988"/>
          <p14:tracePt t="43029" x="6900863" y="3314700"/>
          <p14:tracePt t="43046" x="6700838" y="3314700"/>
          <p14:tracePt t="43062" x="6553200" y="3368675"/>
          <p14:tracePt t="43079" x="6526213" y="3395663"/>
          <p14:tracePt t="43096" x="6511925" y="3422650"/>
          <p14:tracePt t="43112" x="6511925" y="3449638"/>
          <p14:tracePt t="43131" x="6511925" y="3462338"/>
          <p14:tracePt t="43145" x="6526213" y="3462338"/>
          <p14:tracePt t="43162" x="6538913" y="3476625"/>
          <p14:tracePt t="43179" x="6605588" y="3476625"/>
          <p14:tracePt t="43195" x="6686550" y="3476625"/>
          <p14:tracePt t="43212" x="6780213" y="3476625"/>
          <p14:tracePt t="43229" x="6861175" y="3422650"/>
          <p14:tracePt t="43245" x="6888163" y="3408363"/>
          <p14:tracePt t="43262" x="6900863" y="3381375"/>
          <p14:tracePt t="43279" x="6900863" y="3341688"/>
          <p14:tracePt t="43295" x="6848475" y="3314700"/>
          <p14:tracePt t="43296" x="6834188" y="3302000"/>
          <p14:tracePt t="43312" x="6727825" y="3287713"/>
          <p14:tracePt t="43329" x="6619875" y="3287713"/>
          <p14:tracePt t="43330" x="6553200" y="3302000"/>
          <p14:tracePt t="43345" x="6405563" y="3328988"/>
          <p14:tracePt t="43362" x="6324600" y="3355975"/>
          <p14:tracePt t="43379" x="6256338" y="3395663"/>
          <p14:tracePt t="43395" x="6243638" y="3408363"/>
          <p14:tracePt t="43412" x="6243638" y="3422650"/>
          <p14:tracePt t="43453" x="6256338" y="3422650"/>
          <p14:tracePt t="43473" x="6283325" y="3422650"/>
          <p14:tracePt t="43481" x="6324600" y="3395663"/>
          <p14:tracePt t="43487" x="6351588" y="3368675"/>
          <p14:tracePt t="43495" x="6405563" y="3328988"/>
          <p14:tracePt t="43512" x="6499225" y="3260725"/>
          <p14:tracePt t="43528" x="6565900" y="3194050"/>
          <p14:tracePt t="43545" x="6632575" y="3113088"/>
          <p14:tracePt t="43562" x="6646863" y="3086100"/>
          <p14:tracePt t="43578" x="6659563" y="3060700"/>
          <p14:tracePt t="43598" x="6659563" y="3046413"/>
          <p14:tracePt t="43612" x="6659563" y="3033713"/>
          <p14:tracePt t="43631" x="6646863" y="3033713"/>
          <p14:tracePt t="43646" x="6632575" y="3033713"/>
          <p14:tracePt t="43662" x="6619875" y="3046413"/>
          <p14:tracePt t="43678" x="6605588" y="3060700"/>
          <p14:tracePt t="43695" x="6578600" y="3073400"/>
          <p14:tracePt t="43712" x="6578600" y="3086100"/>
          <p14:tracePt t="43728" x="6578600" y="3100388"/>
          <p14:tracePt t="43782" x="6592888" y="3100388"/>
          <p14:tracePt t="43809" x="6605588" y="3100388"/>
          <p14:tracePt t="43816" x="6619875" y="3100388"/>
          <p14:tracePt t="43828" x="6619875" y="3086100"/>
          <p14:tracePt t="43845" x="6646863" y="3086100"/>
          <p14:tracePt t="43861" x="6686550" y="3086100"/>
          <p14:tracePt t="43879" x="6780213" y="3086100"/>
          <p14:tracePt t="43880" x="6807200" y="3086100"/>
          <p14:tracePt t="43895" x="6927850" y="3086100"/>
          <p14:tracePt t="43912" x="7035800" y="3086100"/>
          <p14:tracePt t="43928" x="7197725" y="3100388"/>
          <p14:tracePt t="43945" x="7291388" y="3100388"/>
          <p14:tracePt t="43961" x="7397750" y="3140075"/>
          <p14:tracePt t="43978" x="7439025" y="3167063"/>
          <p14:tracePt t="43995" x="7451725" y="3167063"/>
          <p14:tracePt t="44011" x="7451725" y="3208338"/>
          <p14:tracePt t="44028" x="7451725" y="3233738"/>
          <p14:tracePt t="44045" x="7372350" y="3275013"/>
          <p14:tracePt t="44061" x="7318375" y="3287713"/>
          <p14:tracePt t="44078" x="7250113" y="3302000"/>
          <p14:tracePt t="44095" x="7183438" y="3302000"/>
          <p14:tracePt t="44111" x="7170738" y="3302000"/>
          <p14:tracePt t="44112" x="7156450" y="3287713"/>
          <p14:tracePt t="44128" x="7156450" y="3260725"/>
          <p14:tracePt t="44145" x="7156450" y="3248025"/>
          <p14:tracePt t="44161" x="7197725" y="3208338"/>
          <p14:tracePt t="44178" x="7223125" y="3194050"/>
          <p14:tracePt t="44195" x="7237413" y="3194050"/>
          <p14:tracePt t="44211" x="7250113" y="3194050"/>
          <p14:tracePt t="44228" x="7264400" y="3194050"/>
          <p14:tracePt t="44244" x="7264400" y="3208338"/>
          <p14:tracePt t="44261" x="7264400" y="3233738"/>
          <p14:tracePt t="44278" x="7264400" y="3248025"/>
          <p14:tracePt t="44295" x="7250113" y="3260725"/>
          <p14:tracePt t="44311" x="7250113" y="3287713"/>
          <p14:tracePt t="44364" x="7250113" y="3275013"/>
          <p14:tracePt t="44474" x="7237413" y="3275013"/>
          <p14:tracePt t="44584" x="7237413" y="3260725"/>
          <p14:tracePt t="44605" x="7237413" y="3248025"/>
          <p14:tracePt t="44886" x="7210425" y="3260725"/>
          <p14:tracePt t="44893" x="7210425" y="3287713"/>
          <p14:tracePt t="44900" x="7183438" y="3302000"/>
          <p14:tracePt t="44915" x="7183438" y="3314700"/>
          <p14:tracePt t="44931" x="7170738" y="3314700"/>
          <p14:tracePt t="44948" x="7156450" y="3341688"/>
          <p14:tracePt t="44968" x="7143750" y="3355975"/>
          <p14:tracePt t="44981" x="7143750" y="3368675"/>
          <p14:tracePt t="44998" x="7129463" y="3381375"/>
          <p14:tracePt t="45015" x="7116763" y="3395663"/>
          <p14:tracePt t="45032" x="7089775" y="3435350"/>
          <p14:tracePt t="45048" x="7062788" y="3476625"/>
          <p14:tracePt t="45064" x="7008813" y="3543300"/>
          <p14:tracePt t="45081" x="6954838" y="3609975"/>
          <p14:tracePt t="45098" x="6834188" y="3717925"/>
          <p14:tracePt t="45115" x="6727825" y="3744913"/>
          <p14:tracePt t="45131" x="6605588" y="3784600"/>
          <p14:tracePt t="45148" x="6430963" y="3838575"/>
          <p14:tracePt t="45165" x="6324600" y="3865563"/>
          <p14:tracePt t="45181" x="6230938" y="3905250"/>
          <p14:tracePt t="45198" x="6189663" y="3932238"/>
          <p14:tracePt t="45215" x="6162675" y="3932238"/>
          <p14:tracePt t="45231" x="6149975" y="3944938"/>
          <p14:tracePt t="45248" x="6135688" y="3959225"/>
          <p14:tracePt t="45265" x="6135688" y="3971925"/>
          <p14:tracePt t="45281" x="6135688" y="3986213"/>
          <p14:tracePt t="45304" x="6149975" y="3986213"/>
          <p14:tracePt t="45314" x="6176963" y="3998913"/>
          <p14:tracePt t="45331" x="6310313" y="4025900"/>
          <p14:tracePt t="45347" x="6430963" y="4052888"/>
          <p14:tracePt t="45364" x="6538913" y="4079875"/>
          <p14:tracePt t="45381" x="6659563" y="4079875"/>
          <p14:tracePt t="45398" x="6700838" y="4079875"/>
          <p14:tracePt t="45414" x="6713538" y="4079875"/>
          <p14:tracePt t="45431" x="6740525" y="4067175"/>
          <p14:tracePt t="45455" x="6753225" y="4067175"/>
          <p14:tracePt t="45469" x="6767513" y="4067175"/>
          <p14:tracePt t="45537" x="6753225" y="4067175"/>
          <p14:tracePt t="45551" x="6740525" y="4067175"/>
          <p14:tracePt t="45558" x="6700838" y="4067175"/>
          <p14:tracePt t="45565" x="6673850" y="4067175"/>
          <p14:tracePt t="45581" x="6553200" y="4079875"/>
          <p14:tracePt t="45598" x="6391275" y="4106863"/>
          <p14:tracePt t="45614" x="5975350" y="4173538"/>
          <p14:tracePt t="45631" x="5653088" y="4227513"/>
          <p14:tracePt t="45647" x="5276850" y="4267200"/>
          <p14:tracePt t="45664" x="5102225" y="4267200"/>
          <p14:tracePt t="45681" x="4981575" y="4294188"/>
          <p14:tracePt t="45682" x="4941888" y="4294188"/>
          <p14:tracePt t="45697" x="4887913" y="4308475"/>
          <p14:tracePt t="45714" x="4860925" y="4308475"/>
          <p14:tracePt t="45731" x="4846638" y="4335463"/>
          <p14:tracePt t="45764" x="4846638" y="4348163"/>
          <p14:tracePt t="45784" x="4846638" y="4362450"/>
          <p14:tracePt t="45798" x="4860925" y="4362450"/>
          <p14:tracePt t="45811" x="4873625" y="4375150"/>
          <p14:tracePt t="45818" x="4887913" y="4387850"/>
          <p14:tracePt t="45839" x="4887913" y="4402138"/>
          <p14:tracePt t="45847" x="4900613" y="4414838"/>
          <p14:tracePt t="45864" x="4900613" y="4429125"/>
          <p14:tracePt t="45880" x="4900613" y="4441825"/>
          <p14:tracePt t="45897" x="4914900" y="4456113"/>
          <p14:tracePt t="45914" x="4927600" y="4456113"/>
          <p14:tracePt t="45930" x="4954588" y="4429125"/>
          <p14:tracePt t="45947" x="4981575" y="4375150"/>
          <p14:tracePt t="45964" x="5048250" y="4294188"/>
          <p14:tracePt t="45981" x="5129213" y="4240213"/>
          <p14:tracePt t="45997" x="5183188" y="4227513"/>
          <p14:tracePt t="45998" x="5222875" y="4227513"/>
          <p14:tracePt t="46014" x="5264150" y="4227513"/>
          <p14:tracePt t="46030" x="5276850" y="4254500"/>
          <p14:tracePt t="46047" x="5316538" y="4308475"/>
          <p14:tracePt t="46064" x="5343525" y="4335463"/>
          <p14:tracePt t="46080" x="5397500" y="4348163"/>
          <p14:tracePt t="46097" x="5505450" y="4348163"/>
          <p14:tracePt t="46114" x="5680075" y="4308475"/>
          <p14:tracePt t="46131" x="6189663" y="4146550"/>
          <p14:tracePt t="46147" x="6445250" y="4119563"/>
          <p14:tracePt t="46148" x="6553200" y="4119563"/>
          <p14:tracePt t="46164" x="6673850" y="4119563"/>
          <p14:tracePt t="46180" x="6740525" y="4133850"/>
          <p14:tracePt t="46197" x="6794500" y="4173538"/>
          <p14:tracePt t="46214" x="6821488" y="4200525"/>
          <p14:tracePt t="46231" x="6848475" y="4240213"/>
          <p14:tracePt t="46251" x="6848475" y="4254500"/>
          <p14:tracePt t="46271" x="6848475" y="4267200"/>
          <p14:tracePt t="46312" x="6848475" y="4254500"/>
          <p14:tracePt t="46319" x="6848475" y="4240213"/>
          <p14:tracePt t="46330" x="6861175" y="4227513"/>
          <p14:tracePt t="46347" x="6861175" y="4214813"/>
          <p14:tracePt t="46363" x="6861175" y="4187825"/>
          <p14:tracePt t="46381" x="6861175" y="4173538"/>
          <p14:tracePt t="46397" x="6875463" y="4173538"/>
          <p14:tracePt t="46422" x="6888163" y="4173538"/>
          <p14:tracePt t="46430" x="6888163" y="4160838"/>
          <p14:tracePt t="46579" x="6875463" y="4160838"/>
          <p14:tracePt t="46607" x="6861175" y="4160838"/>
          <p14:tracePt t="46620" x="6848475" y="4160838"/>
          <p14:tracePt t="46998" x="6875463" y="4160838"/>
          <p14:tracePt t="47005" x="6900863" y="4146550"/>
          <p14:tracePt t="47012" x="6927850" y="4133850"/>
          <p14:tracePt t="47023" x="6969125" y="4133850"/>
          <p14:tracePt t="47038" x="7035800" y="4119563"/>
          <p14:tracePt t="47056" x="7116763" y="4092575"/>
          <p14:tracePt t="47071" x="7156450" y="4092575"/>
          <p14:tracePt t="47088" x="7223125" y="4079875"/>
          <p14:tracePt t="47105" x="7264400" y="4067175"/>
          <p14:tracePt t="47122" x="7345363" y="4040188"/>
          <p14:tracePt t="47138" x="7424738" y="4013200"/>
          <p14:tracePt t="47155" x="7519988" y="3986213"/>
          <p14:tracePt t="47171" x="7653338" y="3944938"/>
          <p14:tracePt t="47188" x="7720013" y="3932238"/>
          <p14:tracePt t="47204" x="7815263" y="3919538"/>
          <p14:tracePt t="47222" x="7854950" y="3919538"/>
          <p14:tracePt t="47238" x="7867650" y="3919538"/>
          <p14:tracePt t="47254" x="7881938" y="3919538"/>
          <p14:tracePt t="47271" x="7894638" y="3932238"/>
          <p14:tracePt t="47288" x="7894638" y="3944938"/>
          <p14:tracePt t="47305" x="7894638" y="3959225"/>
          <p14:tracePt t="47322" x="7881938" y="3986213"/>
          <p14:tracePt t="47338" x="7854950" y="3986213"/>
          <p14:tracePt t="47355" x="7788275" y="4013200"/>
          <p14:tracePt t="47371" x="7734300" y="4025900"/>
          <p14:tracePt t="47388" x="7694613" y="4025900"/>
          <p14:tracePt t="47404" x="7626350" y="4025900"/>
          <p14:tracePt t="47421" x="7586663" y="4025900"/>
          <p14:tracePt t="47438" x="7505700" y="4025900"/>
          <p14:tracePt t="47454" x="7466013" y="4025900"/>
          <p14:tracePt t="47471" x="7397750" y="4025900"/>
          <p14:tracePt t="47488" x="7291388" y="4025900"/>
          <p14:tracePt t="47504" x="7210425" y="4025900"/>
          <p14:tracePt t="47506" x="7183438" y="4025900"/>
          <p14:tracePt t="47521" x="7116763" y="4025900"/>
          <p14:tracePt t="47537" x="7075488" y="4013200"/>
          <p14:tracePt t="47554" x="7050088" y="4013200"/>
          <p14:tracePt t="47571" x="7050088" y="3986213"/>
          <p14:tracePt t="47588" x="7035800" y="3986213"/>
          <p14:tracePt t="47589" x="7035800" y="3959225"/>
          <p14:tracePt t="47604" x="7035800" y="3944938"/>
          <p14:tracePt t="47621" x="7062788" y="3932238"/>
          <p14:tracePt t="47637" x="7143750" y="3905250"/>
          <p14:tracePt t="47654" x="7223125" y="3892550"/>
          <p14:tracePt t="47671" x="7451725" y="3892550"/>
          <p14:tracePt t="47688" x="7640638" y="3905250"/>
          <p14:tracePt t="47705" x="7894638" y="3932238"/>
          <p14:tracePt t="47721" x="7975600" y="3971925"/>
          <p14:tracePt t="47737" x="8016875" y="3986213"/>
          <p14:tracePt t="47754" x="8029575" y="3998913"/>
          <p14:tracePt t="47771" x="8029575" y="4013200"/>
          <p14:tracePt t="47787" x="8016875" y="4052888"/>
          <p14:tracePt t="47804" x="7948613" y="4079875"/>
          <p14:tracePt t="47821" x="7626350" y="4092575"/>
          <p14:tracePt t="47837" x="7331075" y="4079875"/>
          <p14:tracePt t="47854" x="7023100" y="4025900"/>
          <p14:tracePt t="47871" x="6619875" y="3932238"/>
          <p14:tracePt t="47887" x="6418263" y="3878263"/>
          <p14:tracePt t="47903" x="6283325" y="3838575"/>
          <p14:tracePt t="47921" x="6256338" y="3838575"/>
          <p14:tracePt t="47937" x="6256338" y="3824288"/>
          <p14:tracePt t="47954" x="6270625" y="3824288"/>
          <p14:tracePt t="47971" x="6310313" y="3838575"/>
          <p14:tracePt t="47972" x="6324600" y="3838575"/>
          <p14:tracePt t="47987" x="6378575" y="3838575"/>
          <p14:tracePt t="48004" x="6430963" y="3851275"/>
          <p14:tracePt t="48021" x="6686550" y="3919538"/>
          <p14:tracePt t="48038" x="7183438" y="3986213"/>
          <p14:tracePt t="48054" x="8339138" y="4040188"/>
          <p14:tracePt t="48071" x="8809038" y="4013200"/>
          <p14:tracePt t="48087" x="9131300" y="3971925"/>
          <p14:tracePt t="48089" x="9264650" y="3932238"/>
          <p14:tracePt t="48104" x="9466263" y="3878263"/>
          <p14:tracePt t="48120" x="9601200" y="3824288"/>
          <p14:tracePt t="48137" x="9761538" y="3717925"/>
          <p14:tracePt t="48154" x="9828213" y="3663950"/>
          <p14:tracePt t="48171" x="9948863" y="3570288"/>
          <p14:tracePt t="48187" x="10002838" y="3502025"/>
          <p14:tracePt t="48204" x="10071100" y="3408363"/>
          <p14:tracePt t="48220" x="10150475" y="3233738"/>
          <p14:tracePt t="48237" x="10231438" y="3060700"/>
          <p14:tracePt t="48254" x="10379075" y="2817813"/>
          <p14:tracePt t="48270" x="10514013" y="2617788"/>
          <p14:tracePt t="48287" x="10875963" y="2335213"/>
          <p14:tracePt t="48304" x="11064875" y="2214563"/>
          <p14:tracePt t="48320" x="11212513" y="2174875"/>
          <p14:tracePt t="48337" x="11264900" y="2174875"/>
          <p14:tracePt t="48354" x="11291888" y="2174875"/>
          <p14:tracePt t="48370" x="11291888" y="2214563"/>
          <p14:tracePt t="48387" x="11291888" y="2254250"/>
          <p14:tracePt t="48404" x="11252200" y="2308225"/>
          <p14:tracePt t="48404" x="11237913" y="2347913"/>
          <p14:tracePt t="48420" x="11144250" y="2428875"/>
          <p14:tracePt t="48437" x="11023600" y="2495550"/>
          <p14:tracePt t="48454" x="10728325" y="2617788"/>
          <p14:tracePt t="48470" x="10487025" y="2684463"/>
          <p14:tracePt t="48487" x="10017125" y="2817813"/>
          <p14:tracePt t="48504" x="9748838" y="2886075"/>
          <p14:tracePt t="48520" x="9478963" y="2979738"/>
          <p14:tracePt t="48522" x="9372600" y="3006725"/>
          <p14:tracePt t="48537" x="9090025" y="3086100"/>
          <p14:tracePt t="48554" x="8740775" y="3194050"/>
          <p14:tracePt t="48570" x="8539163" y="3221038"/>
          <p14:tracePt t="48587" x="8378825" y="3221038"/>
          <p14:tracePt t="48603" x="8189913" y="3181350"/>
          <p14:tracePt t="48620" x="8123238" y="3154363"/>
          <p14:tracePt t="48637" x="8083550" y="3127375"/>
          <p14:tracePt t="48653" x="8083550" y="3100388"/>
          <p14:tracePt t="48670" x="8096250" y="3086100"/>
          <p14:tracePt t="48687" x="8137525" y="3060700"/>
          <p14:tracePt t="48703" x="8177213" y="3060700"/>
          <p14:tracePt t="48720" x="8351838" y="3086100"/>
          <p14:tracePt t="48737" x="8740775" y="3086100"/>
          <p14:tracePt t="48753" x="9505950" y="3100388"/>
          <p14:tracePt t="48754" x="9948863" y="3100388"/>
          <p14:tracePt t="48770" x="10620375" y="3086100"/>
          <p14:tracePt t="48786" x="11090275" y="3060700"/>
          <p14:tracePt t="48803" x="11360150" y="3033713"/>
          <p14:tracePt t="48820" x="11399838" y="3033713"/>
          <p14:tracePt t="48836" x="11439525" y="3033713"/>
          <p14:tracePt t="48870" x="11426825" y="3046413"/>
          <p14:tracePt t="48879" x="11412538" y="3060700"/>
          <p14:tracePt t="48886" x="11372850" y="3086100"/>
          <p14:tracePt t="48903" x="11306175" y="3127375"/>
          <p14:tracePt t="48920" x="11077575" y="3167063"/>
          <p14:tracePt t="48937" x="10821988" y="3167063"/>
          <p14:tracePt t="48953" x="10339388" y="3113088"/>
          <p14:tracePt t="48970" x="10002838" y="3033713"/>
          <p14:tracePt t="48986" x="9748838" y="2992438"/>
          <p14:tracePt t="49003" x="9520238" y="2992438"/>
          <p14:tracePt t="49019" x="9399588" y="3033713"/>
          <p14:tracePt t="49036" x="9251950" y="3113088"/>
          <p14:tracePt t="49053" x="9156700" y="3181350"/>
          <p14:tracePt t="49070" x="9090025" y="3275013"/>
          <p14:tracePt t="49086" x="9063038" y="3328988"/>
          <p14:tracePt t="49104" x="9063038" y="3355975"/>
          <p14:tracePt t="49120" x="9063038" y="3368675"/>
          <p14:tracePt t="49137" x="9131300" y="3395663"/>
          <p14:tracePt t="49153" x="9586913" y="3582988"/>
          <p14:tracePt t="49170" x="10044113" y="3757613"/>
          <p14:tracePt t="49187" x="10420350" y="3878263"/>
          <p14:tracePt t="49203" x="10526713" y="3892550"/>
          <p14:tracePt t="49220" x="10580688" y="3905250"/>
          <p14:tracePt t="49220" x="10593388" y="3905250"/>
          <p14:tracePt t="49237" x="10607675" y="3905250"/>
          <p14:tracePt t="49253" x="10620375" y="3905250"/>
          <p14:tracePt t="49269" x="10634663" y="3892550"/>
          <p14:tracePt t="49286" x="10634663" y="3824288"/>
          <p14:tracePt t="49303" x="10607675" y="3717925"/>
          <p14:tracePt t="49319" x="10567988" y="3597275"/>
          <p14:tracePt t="49336" x="10420350" y="3341688"/>
          <p14:tracePt t="49353" x="10298113" y="3221038"/>
          <p14:tracePt t="49369" x="10150475" y="3154363"/>
          <p14:tracePt t="49386" x="9842500" y="3127375"/>
          <p14:tracePt t="49403" x="9626600" y="3127375"/>
          <p14:tracePt t="49419" x="9291638" y="3140075"/>
          <p14:tracePt t="49436" x="9170988" y="3181350"/>
          <p14:tracePt t="49453" x="9117013" y="3208338"/>
          <p14:tracePt t="49470" x="9050338" y="3287713"/>
          <p14:tracePt t="49486" x="9050338" y="3355975"/>
          <p14:tracePt t="49503" x="9050338" y="3476625"/>
          <p14:tracePt t="49520" x="9050338" y="3543300"/>
          <p14:tracePt t="49536" x="9050338" y="3609975"/>
          <p14:tracePt t="49553" x="9050338" y="3636963"/>
          <p14:tracePt t="49570" x="9050338" y="3649663"/>
          <p14:tracePt t="49590" x="9063038" y="3649663"/>
          <p14:tracePt t="49603" x="9077325" y="3624263"/>
          <p14:tracePt t="49620" x="9131300" y="3489325"/>
          <p14:tracePt t="49636" x="9170988" y="3395663"/>
          <p14:tracePt t="49652" x="9210675" y="3314700"/>
          <p14:tracePt t="49669" x="9224963" y="3260725"/>
          <p14:tracePt t="49686" x="9224963" y="3248025"/>
          <p14:tracePt t="49702" x="9224963" y="3221038"/>
          <p14:tracePt t="49719" x="9224963" y="3208338"/>
          <p14:tracePt t="49736" x="9224963" y="3194050"/>
          <p14:tracePt t="49755" x="9210675" y="3194050"/>
          <p14:tracePt t="49769" x="9197975" y="3194050"/>
          <p14:tracePt t="49802" x="9197975" y="3208338"/>
          <p14:tracePt t="50350" x="9304338" y="3073400"/>
          <p14:tracePt t="50358" x="9601200" y="2790825"/>
          <p14:tracePt t="50373" x="10071100" y="2401888"/>
          <p14:tracePt t="50389" x="10460038" y="2174875"/>
          <p14:tracePt t="50406" x="10863263" y="2052638"/>
          <p14:tracePt t="50423" x="11520488" y="1973263"/>
          <p14:tracePt t="50440" x="12044363" y="1973263"/>
          <p14:tracePt t="50790" x="10580688" y="1220788"/>
          <p14:tracePt t="50802" x="9761538" y="738188"/>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9CE1F-7C49-99EF-98D7-FECF439DD0B0}"/>
              </a:ext>
            </a:extLst>
          </p:cNvPr>
          <p:cNvSpPr>
            <a:spLocks noGrp="1"/>
          </p:cNvSpPr>
          <p:nvPr>
            <p:ph type="title"/>
          </p:nvPr>
        </p:nvSpPr>
        <p:spPr/>
        <p:txBody>
          <a:bodyPr/>
          <a:lstStyle/>
          <a:p>
            <a:r>
              <a:rPr lang="en-GB"/>
              <a:t>MCU</a:t>
            </a:r>
            <a:endParaRPr lang="nn-NO"/>
          </a:p>
        </p:txBody>
      </p:sp>
      <p:sp>
        <p:nvSpPr>
          <p:cNvPr id="3" name="Content Placeholder 2">
            <a:extLst>
              <a:ext uri="{FF2B5EF4-FFF2-40B4-BE49-F238E27FC236}">
                <a16:creationId xmlns:a16="http://schemas.microsoft.com/office/drawing/2014/main" id="{A332525C-3B7C-40A5-A96D-8D0CD4F43B7D}"/>
              </a:ext>
            </a:extLst>
          </p:cNvPr>
          <p:cNvSpPr>
            <a:spLocks noGrp="1"/>
          </p:cNvSpPr>
          <p:nvPr>
            <p:ph idx="1"/>
          </p:nvPr>
        </p:nvSpPr>
        <p:spPr>
          <a:xfrm>
            <a:off x="581192" y="1976438"/>
            <a:ext cx="7321837" cy="4293734"/>
          </a:xfrm>
        </p:spPr>
        <p:txBody>
          <a:bodyPr>
            <a:normAutofit lnSpcReduction="10000"/>
          </a:bodyPr>
          <a:lstStyle/>
          <a:p>
            <a:r>
              <a:rPr lang="en-GB"/>
              <a:t>Microcontroller </a:t>
            </a:r>
          </a:p>
          <a:p>
            <a:r>
              <a:rPr lang="en-GB"/>
              <a:t>Lette, </a:t>
            </a:r>
            <a:r>
              <a:rPr lang="en-GB" err="1"/>
              <a:t>små</a:t>
            </a:r>
            <a:r>
              <a:rPr lang="en-GB"/>
              <a:t> </a:t>
            </a:r>
            <a:r>
              <a:rPr lang="en-GB" err="1"/>
              <a:t>og</a:t>
            </a:r>
            <a:r>
              <a:rPr lang="en-GB"/>
              <a:t> </a:t>
            </a:r>
            <a:r>
              <a:rPr lang="en-GB" err="1"/>
              <a:t>bruker</a:t>
            </a:r>
            <a:r>
              <a:rPr lang="en-GB"/>
              <a:t> lite </a:t>
            </a:r>
            <a:r>
              <a:rPr lang="en-GB" err="1"/>
              <a:t>strøm</a:t>
            </a:r>
            <a:endParaRPr lang="en-GB"/>
          </a:p>
          <a:p>
            <a:r>
              <a:rPr lang="en-GB"/>
              <a:t>Løser </a:t>
            </a:r>
            <a:r>
              <a:rPr lang="en-GB" err="1"/>
              <a:t>spesifikke</a:t>
            </a:r>
            <a:r>
              <a:rPr lang="en-GB"/>
              <a:t> </a:t>
            </a:r>
            <a:r>
              <a:rPr lang="en-GB" err="1"/>
              <a:t>oppgaver</a:t>
            </a:r>
            <a:r>
              <a:rPr lang="en-GB"/>
              <a:t> </a:t>
            </a:r>
            <a:r>
              <a:rPr lang="en-GB" err="1"/>
              <a:t>innenfor</a:t>
            </a:r>
            <a:r>
              <a:rPr lang="en-GB"/>
              <a:t> et system</a:t>
            </a:r>
          </a:p>
          <a:p>
            <a:r>
              <a:rPr lang="en-GB"/>
              <a:t>Krever </a:t>
            </a:r>
            <a:r>
              <a:rPr lang="en-GB" err="1"/>
              <a:t>ikke</a:t>
            </a:r>
            <a:r>
              <a:rPr lang="en-GB"/>
              <a:t> et </a:t>
            </a:r>
            <a:r>
              <a:rPr lang="en-GB" err="1"/>
              <a:t>komplekst</a:t>
            </a:r>
            <a:r>
              <a:rPr lang="en-GB"/>
              <a:t> </a:t>
            </a:r>
            <a:r>
              <a:rPr lang="en-GB" err="1"/>
              <a:t>operativsystem</a:t>
            </a:r>
            <a:endParaRPr lang="en-GB"/>
          </a:p>
          <a:p>
            <a:r>
              <a:rPr lang="en-GB" err="1"/>
              <a:t>Inneholder</a:t>
            </a:r>
            <a:r>
              <a:rPr lang="en-GB"/>
              <a:t> </a:t>
            </a:r>
            <a:r>
              <a:rPr lang="en-GB" err="1"/>
              <a:t>prosessorkjerne</a:t>
            </a:r>
            <a:r>
              <a:rPr lang="en-GB"/>
              <a:t>(r),  random-access memory, </a:t>
            </a:r>
            <a:r>
              <a:rPr lang="en-GB" err="1"/>
              <a:t>og</a:t>
            </a:r>
            <a:r>
              <a:rPr lang="en-GB"/>
              <a:t> electrically erasable programmable read-only memory</a:t>
            </a:r>
          </a:p>
          <a:p>
            <a:r>
              <a:rPr lang="en-GB"/>
              <a:t>EEPROM </a:t>
            </a:r>
            <a:r>
              <a:rPr lang="en-GB" err="1"/>
              <a:t>lagrer</a:t>
            </a:r>
            <a:r>
              <a:rPr lang="en-GB"/>
              <a:t> </a:t>
            </a:r>
            <a:r>
              <a:rPr lang="en-GB" err="1"/>
              <a:t>programmene</a:t>
            </a:r>
            <a:r>
              <a:rPr lang="en-GB"/>
              <a:t> </a:t>
            </a:r>
            <a:r>
              <a:rPr lang="en-GB" err="1"/>
              <a:t>som</a:t>
            </a:r>
            <a:r>
              <a:rPr lang="en-GB"/>
              <a:t> </a:t>
            </a:r>
            <a:r>
              <a:rPr lang="en-GB" err="1"/>
              <a:t>kjører</a:t>
            </a:r>
            <a:r>
              <a:rPr lang="en-GB"/>
              <a:t> </a:t>
            </a:r>
            <a:r>
              <a:rPr lang="en-GB" err="1"/>
              <a:t>på</a:t>
            </a:r>
            <a:r>
              <a:rPr lang="en-GB"/>
              <a:t> MCU, </a:t>
            </a:r>
            <a:r>
              <a:rPr lang="en-GB" err="1"/>
              <a:t>også</a:t>
            </a:r>
            <a:r>
              <a:rPr lang="en-GB"/>
              <a:t> </a:t>
            </a:r>
            <a:r>
              <a:rPr lang="en-GB" err="1"/>
              <a:t>uten</a:t>
            </a:r>
            <a:r>
              <a:rPr lang="en-GB"/>
              <a:t> </a:t>
            </a:r>
            <a:r>
              <a:rPr lang="en-GB" err="1"/>
              <a:t>strømtilkobling</a:t>
            </a:r>
            <a:endParaRPr lang="en-GB"/>
          </a:p>
          <a:p>
            <a:r>
              <a:rPr lang="en-GB" err="1"/>
              <a:t>Realtivt</a:t>
            </a:r>
            <a:r>
              <a:rPr lang="en-GB"/>
              <a:t> </a:t>
            </a:r>
            <a:r>
              <a:rPr lang="en-GB" err="1"/>
              <a:t>lav</a:t>
            </a:r>
            <a:r>
              <a:rPr lang="en-GB"/>
              <a:t> </a:t>
            </a:r>
            <a:r>
              <a:rPr lang="en-GB" err="1"/>
              <a:t>klokkefrekvens</a:t>
            </a:r>
            <a:endParaRPr lang="en-GB"/>
          </a:p>
          <a:p>
            <a:r>
              <a:rPr lang="en-GB" err="1"/>
              <a:t>Ofte</a:t>
            </a:r>
            <a:r>
              <a:rPr lang="en-GB"/>
              <a:t> </a:t>
            </a:r>
            <a:r>
              <a:rPr lang="en-GB" err="1"/>
              <a:t>brukt</a:t>
            </a:r>
            <a:r>
              <a:rPr lang="en-GB"/>
              <a:t> for å </a:t>
            </a:r>
            <a:r>
              <a:rPr lang="en-GB" err="1"/>
              <a:t>kontrollere</a:t>
            </a:r>
            <a:r>
              <a:rPr lang="en-GB"/>
              <a:t> motorer </a:t>
            </a:r>
            <a:r>
              <a:rPr lang="en-GB" err="1"/>
              <a:t>og</a:t>
            </a:r>
            <a:r>
              <a:rPr lang="en-GB"/>
              <a:t> </a:t>
            </a:r>
            <a:r>
              <a:rPr lang="en-GB" err="1"/>
              <a:t>servostyring</a:t>
            </a:r>
            <a:r>
              <a:rPr lang="en-GB"/>
              <a:t>, </a:t>
            </a:r>
            <a:r>
              <a:rPr lang="en-GB" err="1"/>
              <a:t>pga</a:t>
            </a:r>
            <a:r>
              <a:rPr lang="en-GB"/>
              <a:t>. </a:t>
            </a:r>
            <a:r>
              <a:rPr lang="en-GB" err="1"/>
              <a:t>evne</a:t>
            </a:r>
            <a:r>
              <a:rPr lang="en-GB"/>
              <a:t> </a:t>
            </a:r>
            <a:r>
              <a:rPr lang="en-GB" err="1"/>
              <a:t>til</a:t>
            </a:r>
            <a:r>
              <a:rPr lang="en-GB"/>
              <a:t> å </a:t>
            </a:r>
            <a:r>
              <a:rPr lang="en-GB" err="1"/>
              <a:t>prosessere</a:t>
            </a:r>
            <a:r>
              <a:rPr lang="en-GB"/>
              <a:t> </a:t>
            </a:r>
            <a:r>
              <a:rPr lang="en-GB" err="1"/>
              <a:t>i</a:t>
            </a:r>
            <a:r>
              <a:rPr lang="en-GB"/>
              <a:t> </a:t>
            </a:r>
            <a:r>
              <a:rPr lang="en-GB" err="1"/>
              <a:t>sanntid</a:t>
            </a:r>
            <a:endParaRPr lang="en-GB"/>
          </a:p>
          <a:p>
            <a:r>
              <a:rPr lang="en-GB"/>
              <a:t>(IBM 2026)</a:t>
            </a:r>
          </a:p>
        </p:txBody>
      </p:sp>
      <p:pic>
        <p:nvPicPr>
          <p:cNvPr id="5" name="Picture 4">
            <a:extLst>
              <a:ext uri="{FF2B5EF4-FFF2-40B4-BE49-F238E27FC236}">
                <a16:creationId xmlns:a16="http://schemas.microsoft.com/office/drawing/2014/main" id="{2F66BC2E-9DAD-0B27-6B7F-CD5EB4C61675}"/>
              </a:ext>
            </a:extLst>
          </p:cNvPr>
          <p:cNvPicPr>
            <a:picLocks noChangeAspect="1"/>
          </p:cNvPicPr>
          <p:nvPr/>
        </p:nvPicPr>
        <p:blipFill>
          <a:blip r:embed="rId4"/>
          <a:stretch>
            <a:fillRect/>
          </a:stretch>
        </p:blipFill>
        <p:spPr>
          <a:xfrm>
            <a:off x="8141154" y="1976437"/>
            <a:ext cx="3257550" cy="4733925"/>
          </a:xfrm>
          <a:prstGeom prst="rect">
            <a:avLst/>
          </a:prstGeom>
        </p:spPr>
      </p:pic>
      <p:pic>
        <p:nvPicPr>
          <p:cNvPr id="9" name="Audio 8">
            <a:hlinkClick r:id="" action="ppaction://media"/>
            <a:extLst>
              <a:ext uri="{FF2B5EF4-FFF2-40B4-BE49-F238E27FC236}">
                <a16:creationId xmlns:a16="http://schemas.microsoft.com/office/drawing/2014/main" id="{227E8931-64AC-6429-092A-E27A55C6699C}"/>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484289217"/>
      </p:ext>
    </p:extLst>
  </p:cSld>
  <p:clrMapOvr>
    <a:masterClrMapping/>
  </p:clrMapOvr>
  <mc:AlternateContent xmlns:mc="http://schemas.openxmlformats.org/markup-compatibility/2006" xmlns:p14="http://schemas.microsoft.com/office/powerpoint/2010/main">
    <mc:Choice Requires="p14">
      <p:transition spd="slow" p14:dur="2000" advTm="62700"/>
    </mc:Choice>
    <mc:Fallback xmlns="">
      <p:transition spd="slow" advTm="6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2C24E-CBFC-2DD6-476F-C5C9E83C8778}"/>
              </a:ext>
            </a:extLst>
          </p:cNvPr>
          <p:cNvSpPr>
            <a:spLocks noGrp="1"/>
          </p:cNvSpPr>
          <p:nvPr>
            <p:ph type="title"/>
          </p:nvPr>
        </p:nvSpPr>
        <p:spPr>
          <a:xfrm>
            <a:off x="581193" y="729658"/>
            <a:ext cx="11029616" cy="988332"/>
          </a:xfrm>
        </p:spPr>
        <p:txBody>
          <a:bodyPr anchor="b">
            <a:normAutofit/>
          </a:bodyPr>
          <a:lstStyle/>
          <a:p>
            <a:r>
              <a:rPr lang="en-GB"/>
              <a:t>MPU – </a:t>
            </a:r>
            <a:r>
              <a:rPr lang="en-GB" err="1"/>
              <a:t>Microprocessing</a:t>
            </a:r>
            <a:r>
              <a:rPr lang="en-GB"/>
              <a:t> unit</a:t>
            </a:r>
          </a:p>
        </p:txBody>
      </p:sp>
      <p:sp>
        <p:nvSpPr>
          <p:cNvPr id="3" name="Content Placeholder 2">
            <a:extLst>
              <a:ext uri="{FF2B5EF4-FFF2-40B4-BE49-F238E27FC236}">
                <a16:creationId xmlns:a16="http://schemas.microsoft.com/office/drawing/2014/main" id="{71D6ACB4-E544-4844-C297-4CDADB861A8D}"/>
              </a:ext>
            </a:extLst>
          </p:cNvPr>
          <p:cNvSpPr>
            <a:spLocks noGrp="1"/>
          </p:cNvSpPr>
          <p:nvPr>
            <p:ph sz="half" idx="1"/>
          </p:nvPr>
        </p:nvSpPr>
        <p:spPr>
          <a:xfrm>
            <a:off x="581193" y="2228003"/>
            <a:ext cx="5422390" cy="3633047"/>
          </a:xfrm>
        </p:spPr>
        <p:txBody>
          <a:bodyPr anchor="ctr">
            <a:normAutofit/>
          </a:bodyPr>
          <a:lstStyle/>
          <a:p>
            <a:pPr lvl="0" fontAlgn="base"/>
            <a:r>
              <a:rPr lang="en-US" dirty="0" err="1"/>
              <a:t>Instruksjoner</a:t>
            </a:r>
            <a:r>
              <a:rPr lang="en-US" dirty="0"/>
              <a:t> </a:t>
            </a:r>
            <a:r>
              <a:rPr lang="en-US" dirty="0" err="1"/>
              <a:t>og</a:t>
            </a:r>
            <a:r>
              <a:rPr lang="en-US" dirty="0"/>
              <a:t> data I </a:t>
            </a:r>
            <a:r>
              <a:rPr lang="en-US" dirty="0" err="1"/>
              <a:t>datamaskin</a:t>
            </a:r>
            <a:r>
              <a:rPr lang="en-US" dirty="0"/>
              <a:t>​</a:t>
            </a:r>
          </a:p>
          <a:p>
            <a:pPr lvl="0" fontAlgn="base"/>
            <a:r>
              <a:rPr lang="en-US" dirty="0" err="1"/>
              <a:t>Generelle</a:t>
            </a:r>
            <a:r>
              <a:rPr lang="en-US" dirty="0"/>
              <a:t>: CPU  </a:t>
            </a:r>
            <a:r>
              <a:rPr lang="en-US" dirty="0" err="1"/>
              <a:t>og</a:t>
            </a:r>
            <a:r>
              <a:rPr lang="en-US" dirty="0"/>
              <a:t> </a:t>
            </a:r>
            <a:r>
              <a:rPr lang="en-US" dirty="0" err="1"/>
              <a:t>spesialiserte</a:t>
            </a:r>
            <a:r>
              <a:rPr lang="en-US" dirty="0"/>
              <a:t> </a:t>
            </a:r>
            <a:r>
              <a:rPr lang="en-US" dirty="0" err="1"/>
              <a:t>prosessorer</a:t>
            </a:r>
            <a:r>
              <a:rPr lang="en-US" dirty="0"/>
              <a:t>: GPU​</a:t>
            </a:r>
          </a:p>
          <a:p>
            <a:pPr lvl="0" fontAlgn="base"/>
            <a:r>
              <a:rPr lang="en-US" dirty="0" err="1"/>
              <a:t>Ulike</a:t>
            </a:r>
            <a:r>
              <a:rPr lang="en-US" dirty="0"/>
              <a:t> </a:t>
            </a:r>
            <a:r>
              <a:rPr lang="en-US" dirty="0" err="1"/>
              <a:t>instruksjonssett</a:t>
            </a:r>
            <a:r>
              <a:rPr lang="en-US" dirty="0"/>
              <a:t> </a:t>
            </a:r>
            <a:r>
              <a:rPr lang="en-US" dirty="0" err="1"/>
              <a:t>basert</a:t>
            </a:r>
            <a:r>
              <a:rPr lang="en-US" dirty="0"/>
              <a:t> </a:t>
            </a:r>
            <a:r>
              <a:rPr lang="en-US" dirty="0" err="1"/>
              <a:t>på</a:t>
            </a:r>
            <a:r>
              <a:rPr lang="en-US" dirty="0"/>
              <a:t> type </a:t>
            </a:r>
            <a:r>
              <a:rPr lang="en-US" dirty="0" err="1"/>
              <a:t>utregning</a:t>
            </a:r>
            <a:r>
              <a:rPr lang="en-US" dirty="0"/>
              <a:t>​</a:t>
            </a:r>
          </a:p>
          <a:p>
            <a:pPr lvl="0" fontAlgn="base"/>
            <a:r>
              <a:rPr lang="en-US" dirty="0"/>
              <a:t>(</a:t>
            </a:r>
            <a:r>
              <a:rPr lang="en-US" dirty="0" err="1"/>
              <a:t>Nätt</a:t>
            </a:r>
            <a:r>
              <a:rPr lang="en-US" dirty="0"/>
              <a:t>, Rossen, &amp; </a:t>
            </a:r>
            <a:r>
              <a:rPr lang="en-US" dirty="0" err="1"/>
              <a:t>Bratbergsengen</a:t>
            </a:r>
            <a:r>
              <a:rPr lang="en-US" dirty="0"/>
              <a:t>, </a:t>
            </a:r>
            <a:r>
              <a:rPr lang="en-US" dirty="0" err="1"/>
              <a:t>mikroprosessor</a:t>
            </a:r>
            <a:r>
              <a:rPr lang="en-US" dirty="0"/>
              <a:t>, 2025)​</a:t>
            </a:r>
          </a:p>
          <a:p>
            <a:pPr lvl="0" fontAlgn="base"/>
            <a:r>
              <a:rPr lang="en-US" dirty="0" err="1"/>
              <a:t>Ulike</a:t>
            </a:r>
            <a:r>
              <a:rPr lang="en-US" dirty="0"/>
              <a:t> </a:t>
            </a:r>
            <a:r>
              <a:rPr lang="en-US" dirty="0" err="1"/>
              <a:t>instruksjonssett</a:t>
            </a:r>
            <a:r>
              <a:rPr lang="en-US" dirty="0"/>
              <a:t>: X86-64, ARM​</a:t>
            </a:r>
          </a:p>
        </p:txBody>
      </p:sp>
      <p:pic>
        <p:nvPicPr>
          <p:cNvPr id="5" name="Nytt opptak 6.m4a">
            <a:hlinkClick r:id="" action="ppaction://media"/>
            <a:extLst>
              <a:ext uri="{FF2B5EF4-FFF2-40B4-BE49-F238E27FC236}">
                <a16:creationId xmlns:a16="http://schemas.microsoft.com/office/drawing/2014/main" id="{09DDA2EF-6521-42AD-9060-986CBD40E37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21291" y="4733611"/>
            <a:ext cx="812800" cy="812800"/>
          </a:xfrm>
          <a:prstGeom prst="rect">
            <a:avLst/>
          </a:prstGeom>
        </p:spPr>
      </p:pic>
    </p:spTree>
    <p:extLst>
      <p:ext uri="{BB962C8B-B14F-4D97-AF65-F5344CB8AC3E}">
        <p14:creationId xmlns:p14="http://schemas.microsoft.com/office/powerpoint/2010/main" val="2228022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95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E66DB-F306-1FB1-B835-F09A47497E9F}"/>
              </a:ext>
            </a:extLst>
          </p:cNvPr>
          <p:cNvSpPr>
            <a:spLocks noGrp="1"/>
          </p:cNvSpPr>
          <p:nvPr>
            <p:ph type="title"/>
          </p:nvPr>
        </p:nvSpPr>
        <p:spPr/>
        <p:txBody>
          <a:bodyPr/>
          <a:lstStyle/>
          <a:p>
            <a:r>
              <a:rPr lang="en-US" dirty="0"/>
              <a:t>TO ULIKE INSTRUKSJONSSETT​</a:t>
            </a:r>
          </a:p>
        </p:txBody>
      </p:sp>
      <p:sp>
        <p:nvSpPr>
          <p:cNvPr id="3" name="Content Placeholder 2">
            <a:extLst>
              <a:ext uri="{FF2B5EF4-FFF2-40B4-BE49-F238E27FC236}">
                <a16:creationId xmlns:a16="http://schemas.microsoft.com/office/drawing/2014/main" id="{CA0318D2-1853-2198-106C-10AAA7FF1436}"/>
              </a:ext>
            </a:extLst>
          </p:cNvPr>
          <p:cNvSpPr>
            <a:spLocks noGrp="1"/>
          </p:cNvSpPr>
          <p:nvPr>
            <p:ph sz="half" idx="1"/>
          </p:nvPr>
        </p:nvSpPr>
        <p:spPr/>
        <p:txBody>
          <a:bodyPr/>
          <a:lstStyle/>
          <a:p>
            <a:pPr fontAlgn="base"/>
            <a:r>
              <a:rPr lang="en-US" dirty="0"/>
              <a:t>     X86-64​</a:t>
            </a:r>
          </a:p>
          <a:p>
            <a:pPr lvl="0" fontAlgn="base"/>
            <a:r>
              <a:rPr lang="en-US" dirty="0" err="1"/>
              <a:t>Laget</a:t>
            </a:r>
            <a:r>
              <a:rPr lang="en-US" dirty="0"/>
              <a:t> av Intel​</a:t>
            </a:r>
          </a:p>
          <a:p>
            <a:pPr lvl="0" fontAlgn="base"/>
            <a:r>
              <a:rPr lang="en-US" dirty="0" err="1"/>
              <a:t>Både</a:t>
            </a:r>
            <a:r>
              <a:rPr lang="en-US" dirty="0"/>
              <a:t> </a:t>
            </a:r>
            <a:r>
              <a:rPr lang="en-US" dirty="0" err="1"/>
              <a:t>stasjonære</a:t>
            </a:r>
            <a:r>
              <a:rPr lang="en-US" dirty="0"/>
              <a:t> </a:t>
            </a:r>
            <a:r>
              <a:rPr lang="en-US" dirty="0" err="1"/>
              <a:t>og</a:t>
            </a:r>
            <a:r>
              <a:rPr lang="en-US" dirty="0"/>
              <a:t> </a:t>
            </a:r>
            <a:r>
              <a:rPr lang="en-US" dirty="0" err="1"/>
              <a:t>bærebare</a:t>
            </a:r>
            <a:r>
              <a:rPr lang="en-US" dirty="0"/>
              <a:t> </a:t>
            </a:r>
            <a:r>
              <a:rPr lang="en-US" dirty="0" err="1"/>
              <a:t>datamaskiner</a:t>
            </a:r>
            <a:r>
              <a:rPr lang="en-US" dirty="0"/>
              <a:t>​</a:t>
            </a:r>
          </a:p>
          <a:p>
            <a:pPr lvl="0" fontAlgn="base"/>
            <a:r>
              <a:rPr lang="en-US" dirty="0"/>
              <a:t>Windows (</a:t>
            </a:r>
            <a:r>
              <a:rPr lang="en-US" dirty="0" err="1"/>
              <a:t>Bårdgård</a:t>
            </a:r>
            <a:r>
              <a:rPr lang="en-US" dirty="0"/>
              <a:t>, 2024)​</a:t>
            </a:r>
          </a:p>
          <a:p>
            <a:pPr lvl="0" fontAlgn="base"/>
            <a:r>
              <a:rPr lang="en-US" dirty="0" err="1"/>
              <a:t>Håndtere</a:t>
            </a:r>
            <a:r>
              <a:rPr lang="en-US" dirty="0"/>
              <a:t> RAM </a:t>
            </a:r>
            <a:r>
              <a:rPr lang="en-US" dirty="0" err="1"/>
              <a:t>og</a:t>
            </a:r>
            <a:r>
              <a:rPr lang="en-US" dirty="0"/>
              <a:t> </a:t>
            </a:r>
            <a:r>
              <a:rPr lang="en-US" dirty="0" err="1"/>
              <a:t>større</a:t>
            </a:r>
            <a:r>
              <a:rPr lang="en-US" dirty="0"/>
              <a:t> </a:t>
            </a:r>
            <a:r>
              <a:rPr lang="en-US" dirty="0" err="1"/>
              <a:t>mengder</a:t>
            </a:r>
            <a:r>
              <a:rPr lang="en-US" dirty="0"/>
              <a:t> data (Lenovo, </a:t>
            </a:r>
            <a:r>
              <a:rPr lang="en-US" dirty="0" err="1"/>
              <a:t>u.å</a:t>
            </a:r>
            <a:r>
              <a:rPr lang="en-US" dirty="0"/>
              <a:t>)​</a:t>
            </a:r>
          </a:p>
          <a:p>
            <a:pPr lvl="0" fontAlgn="base"/>
            <a:r>
              <a:rPr lang="en-US" dirty="0" err="1"/>
              <a:t>Mindre</a:t>
            </a:r>
            <a:r>
              <a:rPr lang="en-US" dirty="0"/>
              <a:t> </a:t>
            </a:r>
            <a:r>
              <a:rPr lang="en-US" dirty="0" err="1"/>
              <a:t>effektivt</a:t>
            </a:r>
            <a:r>
              <a:rPr lang="en-US" dirty="0"/>
              <a:t> </a:t>
            </a:r>
            <a:r>
              <a:rPr lang="en-US" dirty="0" err="1"/>
              <a:t>til</a:t>
            </a:r>
            <a:r>
              <a:rPr lang="en-US" dirty="0"/>
              <a:t> </a:t>
            </a:r>
            <a:r>
              <a:rPr lang="en-US" dirty="0" err="1"/>
              <a:t>enkle</a:t>
            </a:r>
            <a:r>
              <a:rPr lang="en-US" dirty="0"/>
              <a:t> </a:t>
            </a:r>
            <a:r>
              <a:rPr lang="en-US" dirty="0" err="1"/>
              <a:t>oppgaver</a:t>
            </a:r>
            <a:r>
              <a:rPr lang="en-US" dirty="0"/>
              <a:t>​</a:t>
            </a:r>
          </a:p>
          <a:p>
            <a:pPr lvl="0" fontAlgn="base"/>
            <a:r>
              <a:rPr lang="en-US" dirty="0"/>
              <a:t>Passer </a:t>
            </a:r>
            <a:r>
              <a:rPr lang="en-US" dirty="0" err="1"/>
              <a:t>dårlig</a:t>
            </a:r>
            <a:r>
              <a:rPr lang="en-US" dirty="0"/>
              <a:t> for system </a:t>
            </a:r>
            <a:r>
              <a:rPr lang="en-US" dirty="0" err="1"/>
              <a:t>hvor</a:t>
            </a:r>
            <a:r>
              <a:rPr lang="en-US" dirty="0"/>
              <a:t> </a:t>
            </a:r>
            <a:r>
              <a:rPr lang="en-US" dirty="0" err="1"/>
              <a:t>strømsparing</a:t>
            </a:r>
            <a:r>
              <a:rPr lang="en-US" dirty="0"/>
              <a:t> er </a:t>
            </a:r>
            <a:r>
              <a:rPr lang="en-US" dirty="0" err="1"/>
              <a:t>viktig</a:t>
            </a:r>
            <a:r>
              <a:rPr lang="en-US" dirty="0"/>
              <a:t> (</a:t>
            </a:r>
            <a:r>
              <a:rPr lang="en-US" dirty="0" err="1"/>
              <a:t>Bårdgård</a:t>
            </a:r>
            <a:r>
              <a:rPr lang="en-US" dirty="0"/>
              <a:t>, 2024)​</a:t>
            </a:r>
          </a:p>
          <a:p>
            <a:endParaRPr lang="en-US" dirty="0"/>
          </a:p>
        </p:txBody>
      </p:sp>
      <p:sp>
        <p:nvSpPr>
          <p:cNvPr id="4" name="Content Placeholder 3">
            <a:extLst>
              <a:ext uri="{FF2B5EF4-FFF2-40B4-BE49-F238E27FC236}">
                <a16:creationId xmlns:a16="http://schemas.microsoft.com/office/drawing/2014/main" id="{5858AC8F-5D84-4B05-C90F-F3B91A3519DB}"/>
              </a:ext>
            </a:extLst>
          </p:cNvPr>
          <p:cNvSpPr>
            <a:spLocks noGrp="1"/>
          </p:cNvSpPr>
          <p:nvPr>
            <p:ph sz="half" idx="2"/>
          </p:nvPr>
        </p:nvSpPr>
        <p:spPr/>
        <p:txBody>
          <a:bodyPr/>
          <a:lstStyle/>
          <a:p>
            <a:pPr fontAlgn="base"/>
            <a:r>
              <a:rPr lang="en-US" dirty="0"/>
              <a:t>     ARM​</a:t>
            </a:r>
          </a:p>
          <a:p>
            <a:pPr lvl="0" fontAlgn="base"/>
            <a:r>
              <a:rPr lang="en-US" dirty="0" err="1"/>
              <a:t>Laget</a:t>
            </a:r>
            <a:r>
              <a:rPr lang="en-US" dirty="0"/>
              <a:t> av ARM​</a:t>
            </a:r>
          </a:p>
          <a:p>
            <a:pPr lvl="0" fontAlgn="base"/>
            <a:r>
              <a:rPr lang="en-US" dirty="0" err="1"/>
              <a:t>Feks</a:t>
            </a:r>
            <a:r>
              <a:rPr lang="en-US" dirty="0"/>
              <a:t> </a:t>
            </a:r>
            <a:r>
              <a:rPr lang="en-US" dirty="0" err="1"/>
              <a:t>mobiltelfoner</a:t>
            </a:r>
            <a:r>
              <a:rPr lang="en-US" dirty="0"/>
              <a:t>​</a:t>
            </a:r>
          </a:p>
          <a:p>
            <a:pPr lvl="0" fontAlgn="base"/>
            <a:r>
              <a:rPr lang="en-US" dirty="0"/>
              <a:t>(</a:t>
            </a:r>
            <a:r>
              <a:rPr lang="en-US" dirty="0" err="1"/>
              <a:t>Bårdgård</a:t>
            </a:r>
            <a:r>
              <a:rPr lang="en-US" dirty="0"/>
              <a:t>, 2024)​</a:t>
            </a:r>
          </a:p>
          <a:p>
            <a:endParaRPr lang="en-US" dirty="0"/>
          </a:p>
        </p:txBody>
      </p:sp>
      <p:pic>
        <p:nvPicPr>
          <p:cNvPr id="5" name="Nytt opptak 13.m4a">
            <a:hlinkClick r:id="" action="ppaction://media"/>
            <a:extLst>
              <a:ext uri="{FF2B5EF4-FFF2-40B4-BE49-F238E27FC236}">
                <a16:creationId xmlns:a16="http://schemas.microsoft.com/office/drawing/2014/main" id="{E44D7270-61F5-483F-80A2-01478390BFF3}"/>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6096000" y="5165639"/>
            <a:ext cx="812800" cy="812800"/>
          </a:xfrm>
          <a:prstGeom prst="rect">
            <a:avLst/>
          </a:prstGeom>
        </p:spPr>
      </p:pic>
    </p:spTree>
    <p:extLst>
      <p:ext uri="{BB962C8B-B14F-4D97-AF65-F5344CB8AC3E}">
        <p14:creationId xmlns:p14="http://schemas.microsoft.com/office/powerpoint/2010/main" val="363078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130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4A1C2-94C4-34F5-A662-E48802871F63}"/>
              </a:ext>
            </a:extLst>
          </p:cNvPr>
          <p:cNvSpPr>
            <a:spLocks noGrp="1"/>
          </p:cNvSpPr>
          <p:nvPr>
            <p:ph type="ctrTitle"/>
          </p:nvPr>
        </p:nvSpPr>
        <p:spPr/>
        <p:txBody>
          <a:bodyPr/>
          <a:lstStyle/>
          <a:p>
            <a:r>
              <a:rPr lang="en-GB"/>
              <a:t>CPU</a:t>
            </a:r>
            <a:endParaRPr lang="nn-NO"/>
          </a:p>
        </p:txBody>
      </p:sp>
      <p:sp>
        <p:nvSpPr>
          <p:cNvPr id="3" name="Content Placeholder 2">
            <a:extLst>
              <a:ext uri="{FF2B5EF4-FFF2-40B4-BE49-F238E27FC236}">
                <a16:creationId xmlns:a16="http://schemas.microsoft.com/office/drawing/2014/main" id="{879DEB55-F00B-AB20-B67E-61B26B3B3B55}"/>
              </a:ext>
            </a:extLst>
          </p:cNvPr>
          <p:cNvSpPr>
            <a:spLocks noGrp="1"/>
          </p:cNvSpPr>
          <p:nvPr>
            <p:ph type="subTitle" idx="1"/>
          </p:nvPr>
        </p:nvSpPr>
        <p:spPr>
          <a:xfrm>
            <a:off x="581191" y="3309258"/>
            <a:ext cx="5209211" cy="1950986"/>
          </a:xfrm>
        </p:spPr>
        <p:txBody>
          <a:bodyPr>
            <a:normAutofit fontScale="25000" lnSpcReduction="20000"/>
          </a:bodyPr>
          <a:lstStyle/>
          <a:p>
            <a:pPr marL="1143000" indent="-1143000">
              <a:buFont typeface="Courier New" panose="02070309020205020404" pitchFamily="49" charset="0"/>
              <a:buChar char="o"/>
            </a:pPr>
            <a:r>
              <a:rPr lang="en-GB" sz="7500">
                <a:solidFill>
                  <a:schemeClr val="bg1"/>
                </a:solidFill>
              </a:rPr>
              <a:t>= Central Processing Unit</a:t>
            </a:r>
          </a:p>
          <a:p>
            <a:pPr marL="1143000" indent="-1143000">
              <a:buFont typeface="Courier New" panose="02070309020205020404" pitchFamily="49" charset="0"/>
              <a:buChar char="o"/>
            </a:pPr>
            <a:r>
              <a:rPr lang="en-GB" sz="7500">
                <a:solidFill>
                  <a:schemeClr val="bg1"/>
                </a:solidFill>
              </a:rPr>
              <a:t>Leser </a:t>
            </a:r>
            <a:r>
              <a:rPr lang="en-GB" sz="7500" err="1">
                <a:solidFill>
                  <a:schemeClr val="bg1"/>
                </a:solidFill>
              </a:rPr>
              <a:t>instruksjoner</a:t>
            </a:r>
            <a:r>
              <a:rPr lang="en-GB" sz="7500">
                <a:solidFill>
                  <a:schemeClr val="bg1"/>
                </a:solidFill>
              </a:rPr>
              <a:t> </a:t>
            </a:r>
            <a:r>
              <a:rPr lang="en-GB" sz="7500" err="1">
                <a:solidFill>
                  <a:schemeClr val="bg1"/>
                </a:solidFill>
              </a:rPr>
              <a:t>fra</a:t>
            </a:r>
            <a:r>
              <a:rPr lang="en-GB" sz="7500">
                <a:solidFill>
                  <a:schemeClr val="bg1"/>
                </a:solidFill>
              </a:rPr>
              <a:t> et program </a:t>
            </a:r>
            <a:r>
              <a:rPr lang="en-GB" sz="7500" err="1">
                <a:solidFill>
                  <a:schemeClr val="bg1"/>
                </a:solidFill>
              </a:rPr>
              <a:t>som</a:t>
            </a:r>
            <a:r>
              <a:rPr lang="en-GB" sz="7500">
                <a:solidFill>
                  <a:schemeClr val="bg1"/>
                </a:solidFill>
              </a:rPr>
              <a:t> ligger i </a:t>
            </a:r>
            <a:r>
              <a:rPr lang="en-GB" sz="7500" err="1">
                <a:solidFill>
                  <a:schemeClr val="bg1"/>
                </a:solidFill>
              </a:rPr>
              <a:t>arbeidsminnet</a:t>
            </a:r>
            <a:r>
              <a:rPr lang="en-GB" sz="7500">
                <a:solidFill>
                  <a:schemeClr val="bg1"/>
                </a:solidFill>
              </a:rPr>
              <a:t> </a:t>
            </a:r>
            <a:r>
              <a:rPr lang="en-GB" sz="7500" err="1">
                <a:solidFill>
                  <a:schemeClr val="bg1"/>
                </a:solidFill>
              </a:rPr>
              <a:t>til</a:t>
            </a:r>
            <a:r>
              <a:rPr lang="en-GB" sz="7500">
                <a:solidFill>
                  <a:schemeClr val="bg1"/>
                </a:solidFill>
              </a:rPr>
              <a:t> </a:t>
            </a:r>
            <a:r>
              <a:rPr lang="en-GB" sz="7500" err="1">
                <a:solidFill>
                  <a:schemeClr val="bg1"/>
                </a:solidFill>
              </a:rPr>
              <a:t>datamaskinen</a:t>
            </a:r>
            <a:endParaRPr lang="en-GB" sz="7500">
              <a:solidFill>
                <a:schemeClr val="bg1"/>
              </a:solidFill>
            </a:endParaRPr>
          </a:p>
          <a:p>
            <a:pPr marL="1143000" indent="-1143000">
              <a:buFont typeface="Courier New" panose="02070309020205020404" pitchFamily="49" charset="0"/>
              <a:buChar char="o"/>
            </a:pPr>
            <a:r>
              <a:rPr lang="en-GB" sz="7500" err="1">
                <a:solidFill>
                  <a:schemeClr val="bg1"/>
                </a:solidFill>
              </a:rPr>
              <a:t>Programteller</a:t>
            </a:r>
            <a:r>
              <a:rPr lang="en-GB" sz="7500">
                <a:solidFill>
                  <a:schemeClr val="bg1"/>
                </a:solidFill>
              </a:rPr>
              <a:t> </a:t>
            </a:r>
            <a:r>
              <a:rPr lang="en-GB" sz="7500" err="1">
                <a:solidFill>
                  <a:schemeClr val="bg1"/>
                </a:solidFill>
              </a:rPr>
              <a:t>inneholder</a:t>
            </a:r>
            <a:r>
              <a:rPr lang="en-GB" sz="7500">
                <a:solidFill>
                  <a:schemeClr val="bg1"/>
                </a:solidFill>
              </a:rPr>
              <a:t> </a:t>
            </a:r>
            <a:r>
              <a:rPr lang="en-GB" sz="7500" err="1">
                <a:solidFill>
                  <a:schemeClr val="bg1"/>
                </a:solidFill>
              </a:rPr>
              <a:t>adresssen</a:t>
            </a:r>
            <a:r>
              <a:rPr lang="en-GB" sz="7500">
                <a:solidFill>
                  <a:schemeClr val="bg1"/>
                </a:solidFill>
              </a:rPr>
              <a:t> </a:t>
            </a:r>
            <a:r>
              <a:rPr lang="en-GB" sz="7500" err="1">
                <a:solidFill>
                  <a:schemeClr val="bg1"/>
                </a:solidFill>
              </a:rPr>
              <a:t>til</a:t>
            </a:r>
            <a:r>
              <a:rPr lang="en-GB" sz="7500">
                <a:solidFill>
                  <a:schemeClr val="bg1"/>
                </a:solidFill>
              </a:rPr>
              <a:t> </a:t>
            </a:r>
            <a:r>
              <a:rPr lang="en-GB" sz="7500" err="1">
                <a:solidFill>
                  <a:schemeClr val="bg1"/>
                </a:solidFill>
              </a:rPr>
              <a:t>instruksjonen</a:t>
            </a:r>
            <a:r>
              <a:rPr lang="en-GB" sz="7500">
                <a:solidFill>
                  <a:schemeClr val="bg1"/>
                </a:solidFill>
              </a:rPr>
              <a:t> </a:t>
            </a:r>
            <a:r>
              <a:rPr lang="en-GB" sz="7500" err="1">
                <a:solidFill>
                  <a:schemeClr val="bg1"/>
                </a:solidFill>
              </a:rPr>
              <a:t>som</a:t>
            </a:r>
            <a:r>
              <a:rPr lang="en-GB" sz="7500">
                <a:solidFill>
                  <a:schemeClr val="bg1"/>
                </a:solidFill>
              </a:rPr>
              <a:t> </a:t>
            </a:r>
            <a:r>
              <a:rPr lang="en-GB" sz="7500" err="1">
                <a:solidFill>
                  <a:schemeClr val="bg1"/>
                </a:solidFill>
              </a:rPr>
              <a:t>skal</a:t>
            </a:r>
            <a:r>
              <a:rPr lang="en-GB" sz="7500">
                <a:solidFill>
                  <a:schemeClr val="bg1"/>
                </a:solidFill>
              </a:rPr>
              <a:t> </a:t>
            </a:r>
            <a:r>
              <a:rPr lang="en-GB" sz="7500" err="1">
                <a:solidFill>
                  <a:schemeClr val="bg1"/>
                </a:solidFill>
              </a:rPr>
              <a:t>utføres</a:t>
            </a:r>
            <a:endParaRPr lang="en-GB" sz="7500">
              <a:solidFill>
                <a:schemeClr val="bg1"/>
              </a:solidFill>
            </a:endParaRPr>
          </a:p>
          <a:p>
            <a:pPr marL="1143000" indent="-1143000">
              <a:buFont typeface="Courier New" panose="02070309020205020404" pitchFamily="49" charset="0"/>
              <a:buChar char="o"/>
            </a:pPr>
            <a:r>
              <a:rPr lang="nn-NO" sz="8000"/>
              <a:t>(Rosvold, 2025)</a:t>
            </a:r>
            <a:endParaRPr lang="en-GB" sz="8000"/>
          </a:p>
          <a:p>
            <a:pPr marL="1143000" indent="-1143000">
              <a:buFont typeface="Courier New" panose="02070309020205020404" pitchFamily="49" charset="0"/>
              <a:buChar char="o"/>
            </a:pPr>
            <a:endParaRPr lang="en-GB" sz="7500">
              <a:solidFill>
                <a:schemeClr val="bg1"/>
              </a:solidFill>
            </a:endParaRPr>
          </a:p>
          <a:p>
            <a:pPr marL="0" indent="0">
              <a:buNone/>
            </a:pPr>
            <a:endParaRPr lang="nn-NO">
              <a:solidFill>
                <a:schemeClr val="bg1"/>
              </a:solidFill>
            </a:endParaRPr>
          </a:p>
        </p:txBody>
      </p:sp>
      <p:pic>
        <p:nvPicPr>
          <p:cNvPr id="5" name="Picture 4">
            <a:extLst>
              <a:ext uri="{FF2B5EF4-FFF2-40B4-BE49-F238E27FC236}">
                <a16:creationId xmlns:a16="http://schemas.microsoft.com/office/drawing/2014/main" id="{7D802ED1-742B-AF9E-0C57-B72C7D12DB85}"/>
              </a:ext>
            </a:extLst>
          </p:cNvPr>
          <p:cNvPicPr>
            <a:picLocks noChangeAspect="1"/>
          </p:cNvPicPr>
          <p:nvPr/>
        </p:nvPicPr>
        <p:blipFill>
          <a:blip r:embed="rId4"/>
          <a:stretch>
            <a:fillRect/>
          </a:stretch>
        </p:blipFill>
        <p:spPr>
          <a:xfrm>
            <a:off x="6313715" y="1020431"/>
            <a:ext cx="5431171" cy="3772105"/>
          </a:xfrm>
          <a:prstGeom prst="rect">
            <a:avLst/>
          </a:prstGeom>
        </p:spPr>
      </p:pic>
      <p:pic>
        <p:nvPicPr>
          <p:cNvPr id="7" name="Audio 6">
            <a:hlinkClick r:id="" action="ppaction://media"/>
            <a:extLst>
              <a:ext uri="{FF2B5EF4-FFF2-40B4-BE49-F238E27FC236}">
                <a16:creationId xmlns:a16="http://schemas.microsoft.com/office/drawing/2014/main" id="{2A797207-1919-0F29-2059-7AA14F1E4E11}"/>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185019630"/>
      </p:ext>
    </p:extLst>
  </p:cSld>
  <p:clrMapOvr>
    <a:masterClrMapping/>
  </p:clrMapOvr>
  <mc:AlternateContent xmlns:mc="http://schemas.openxmlformats.org/markup-compatibility/2006" xmlns:p14="http://schemas.microsoft.com/office/powerpoint/2010/main">
    <mc:Choice Requires="p14">
      <p:transition spd="slow" p14:dur="2000" advTm="36197"/>
    </mc:Choice>
    <mc:Fallback xmlns="">
      <p:transition spd="slow" advTm="361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extLst>
    <p:ext uri="{3A86A75C-4F4B-4683-9AE1-C65F6400EC91}">
      <p14:laserTraceLst xmlns:p14="http://schemas.microsoft.com/office/powerpoint/2010/main">
        <p14:tracePtLst>
          <p14:tracePt t="20005" x="11842750" y="2697163"/>
          <p14:tracePt t="20012" x="11641138" y="2765425"/>
          <p14:tracePt t="20020" x="11466513" y="2832100"/>
          <p14:tracePt t="20036" x="11158538" y="2979738"/>
          <p14:tracePt t="20052" x="10902950" y="3113088"/>
          <p14:tracePt t="20069" x="10607675" y="3341688"/>
          <p14:tracePt t="20086" x="10406063" y="3502025"/>
          <p14:tracePt t="20102" x="10191750" y="3690938"/>
          <p14:tracePt t="20119" x="10083800" y="3811588"/>
          <p14:tracePt t="20136" x="9975850" y="3919538"/>
          <p14:tracePt t="20152" x="9923463" y="3971925"/>
          <p14:tracePt t="20170" x="9909175" y="3986213"/>
          <p14:tracePt t="20185" x="9896475" y="3986213"/>
          <p14:tracePt t="20202" x="9882188" y="3971925"/>
          <p14:tracePt t="20219" x="9828213" y="3905250"/>
          <p14:tracePt t="20235" x="9775825" y="3838575"/>
          <p14:tracePt t="20253" x="9559925" y="3717925"/>
          <p14:tracePt t="20269" x="9345613" y="3609975"/>
          <p14:tracePt t="20285" x="9131300" y="3556000"/>
          <p14:tracePt t="20302" x="8809038" y="3449638"/>
          <p14:tracePt t="20318" x="8539163" y="3368675"/>
          <p14:tracePt t="20335" x="8270875" y="3194050"/>
          <p14:tracePt t="20352" x="8164513" y="3046413"/>
          <p14:tracePt t="20369" x="8137525" y="2778125"/>
          <p14:tracePt t="20385" x="8177213" y="2617788"/>
          <p14:tracePt t="20403" x="8285163" y="2482850"/>
          <p14:tracePt t="20404" x="8339138" y="2416175"/>
          <p14:tracePt t="20419" x="8486775" y="2322513"/>
          <p14:tracePt t="20435" x="8634413" y="2268538"/>
          <p14:tracePt t="20452" x="8888413" y="2254250"/>
          <p14:tracePt t="20468" x="9104313" y="2295525"/>
          <p14:tracePt t="20486" x="9426575" y="2416175"/>
          <p14:tracePt t="20502" x="9601200" y="2549525"/>
          <p14:tracePt t="20518" x="9707563" y="2684463"/>
          <p14:tracePt t="20535" x="9788525" y="2898775"/>
          <p14:tracePt t="20552" x="9788525" y="3046413"/>
          <p14:tracePt t="20568" x="9653588" y="3275013"/>
          <p14:tracePt t="20585" x="9466263" y="3408363"/>
          <p14:tracePt t="20602" x="8996363" y="3582988"/>
          <p14:tracePt t="20619" x="8607425" y="3582988"/>
          <p14:tracePt t="20635" x="8231188" y="3476625"/>
          <p14:tracePt t="20636" x="8096250" y="3381375"/>
          <p14:tracePt t="20652" x="7854950" y="3181350"/>
          <p14:tracePt t="20668" x="7680325" y="2898775"/>
          <p14:tracePt t="20685" x="7599363" y="2522538"/>
          <p14:tracePt t="20702" x="7599363" y="2322513"/>
          <p14:tracePt t="20719" x="7653338" y="2174875"/>
          <p14:tracePt t="20735" x="7800975" y="1985963"/>
          <p14:tracePt t="20753" x="8137525" y="1811338"/>
          <p14:tracePt t="20769" x="8553450" y="1636713"/>
          <p14:tracePt t="20785" x="8956675" y="1557338"/>
          <p14:tracePt t="20802" x="9345613" y="1624013"/>
          <p14:tracePt t="20818" x="9520238" y="1744663"/>
          <p14:tracePt t="20835" x="9680575" y="1973263"/>
          <p14:tracePt t="20851" x="9721850" y="2187575"/>
          <p14:tracePt t="20868" x="9734550" y="2482850"/>
          <p14:tracePt t="20885" x="9667875" y="3073400"/>
          <p14:tracePt t="20902" x="9478963" y="3476625"/>
          <p14:tracePt t="20918" x="9063038" y="3932238"/>
          <p14:tracePt t="20935" x="8794750" y="4052888"/>
          <p14:tracePt t="20952" x="8312150" y="4067175"/>
          <p14:tracePt t="20968" x="7935913" y="3919538"/>
          <p14:tracePt t="20986" x="7478713" y="3516313"/>
          <p14:tracePt t="21001" x="7291388" y="3086100"/>
          <p14:tracePt t="21018" x="7197725" y="2711450"/>
          <p14:tracePt t="21035" x="7183438" y="2362200"/>
          <p14:tracePt t="21051" x="7210425" y="2241550"/>
          <p14:tracePt t="21069" x="7304088" y="2174875"/>
          <p14:tracePt t="21084" x="7412038" y="2133600"/>
          <p14:tracePt t="21102" x="7613650" y="2093913"/>
          <p14:tracePt t="21118" x="7989888" y="2052638"/>
          <p14:tracePt t="21135" x="8405813" y="2052638"/>
          <p14:tracePt t="21151" x="8983663" y="2187575"/>
          <p14:tracePt t="21168" x="9170988" y="2281238"/>
          <p14:tracePt t="21185" x="9304338" y="2416175"/>
          <p14:tracePt t="21201" x="9331325" y="2482850"/>
          <p14:tracePt t="21218" x="9345613" y="2549525"/>
          <p14:tracePt t="21235" x="9291638" y="2697163"/>
          <p14:tracePt t="21251" x="9156700" y="2871788"/>
          <p14:tracePt t="21268" x="8809038" y="3181350"/>
          <p14:tracePt t="21284" x="8405813" y="3381375"/>
          <p14:tracePt t="21302" x="7842250" y="3422650"/>
          <p14:tracePt t="21318" x="7586663" y="3287713"/>
          <p14:tracePt t="21334" x="7397750" y="3073400"/>
          <p14:tracePt t="21351" x="7237413" y="2563813"/>
          <p14:tracePt t="21368" x="7223125" y="2308225"/>
          <p14:tracePt t="21384" x="7304088" y="2027238"/>
          <p14:tracePt t="21402" x="7358063" y="1958975"/>
          <p14:tracePt t="21418" x="7439025" y="1919288"/>
          <p14:tracePt t="21435" x="7505700" y="1919288"/>
          <p14:tracePt t="21451" x="7626350" y="1919288"/>
          <p14:tracePt t="21467" x="8069263" y="1919288"/>
          <p14:tracePt t="21485" x="8378825" y="1973263"/>
          <p14:tracePt t="21486" x="8512175" y="2027238"/>
          <p14:tracePt t="21501" x="8713788" y="2160588"/>
          <p14:tracePt t="21518" x="8821738" y="2254250"/>
          <p14:tracePt t="21536" x="8888413" y="2362200"/>
          <p14:tracePt t="21551" x="8888413" y="2416175"/>
          <p14:tracePt t="21567" x="8888413" y="2455863"/>
          <p14:tracePt t="21584" x="8834438" y="2536825"/>
          <p14:tracePt t="21601" x="8767763" y="2590800"/>
          <p14:tracePt t="21618" x="8620125" y="2657475"/>
          <p14:tracePt t="21634" x="8499475" y="2670175"/>
          <p14:tracePt t="21652" x="8177213" y="2617788"/>
          <p14:tracePt t="21668" x="8016875" y="2509838"/>
          <p14:tracePt t="21684" x="7908925" y="2416175"/>
          <p14:tracePt t="21701" x="7894638" y="2335213"/>
          <p14:tracePt t="21717" x="7894638" y="2322513"/>
          <p14:tracePt t="21734" x="7908925" y="2322513"/>
          <p14:tracePt t="21751" x="7935913" y="2322513"/>
          <p14:tracePt t="21986" x="7881938" y="2322513"/>
          <p14:tracePt t="21993" x="7788275" y="2322513"/>
          <p14:tracePt t="22005" x="7680325" y="2281238"/>
          <p14:tracePt t="22021" x="7439025" y="2174875"/>
          <p14:tracePt t="22038" x="7358063" y="2120900"/>
          <p14:tracePt t="22055" x="7318375" y="2066925"/>
          <p14:tracePt t="22056" x="7291388" y="2052638"/>
          <p14:tracePt t="22072" x="7264400" y="2039938"/>
          <p14:tracePt t="22088" x="7237413" y="2027238"/>
          <p14:tracePt t="22090" x="7197725" y="2027238"/>
          <p14:tracePt t="22105" x="7143750" y="2027238"/>
          <p14:tracePt t="22121" x="7089775" y="2027238"/>
          <p14:tracePt t="22138" x="7035800" y="2066925"/>
          <p14:tracePt t="22155" x="7008813" y="2120900"/>
          <p14:tracePt t="22172" x="7008813" y="2227263"/>
          <p14:tracePt t="22188" x="7035800" y="2281238"/>
          <p14:tracePt t="22205" x="7075488" y="2374900"/>
          <p14:tracePt t="22221" x="7183438" y="2536825"/>
          <p14:tracePt t="22238" x="7397750" y="2738438"/>
          <p14:tracePt t="22255" x="8002588" y="3113088"/>
          <p14:tracePt t="22271" x="8339138" y="3194050"/>
          <p14:tracePt t="22288" x="8593138" y="3221038"/>
          <p14:tracePt t="22289" x="8701088" y="3221038"/>
          <p14:tracePt t="22305" x="8809038" y="3181350"/>
          <p14:tracePt t="22321" x="8861425" y="3127375"/>
          <p14:tracePt t="22338" x="8915400" y="3019425"/>
          <p14:tracePt t="22355" x="8929688" y="2898775"/>
          <p14:tracePt t="22371" x="8929688" y="2790825"/>
          <p14:tracePt t="22388" x="8929688" y="2751138"/>
          <p14:tracePt t="22405" x="8902700" y="2670175"/>
          <p14:tracePt t="22421" x="8821738" y="2617788"/>
          <p14:tracePt t="22438" x="8713788" y="2549525"/>
          <p14:tracePt t="22455" x="8405813" y="2482850"/>
          <p14:tracePt t="22471" x="8204200" y="2482850"/>
          <p14:tracePt t="22488" x="7935913" y="2549525"/>
          <p14:tracePt t="22504" x="7773988" y="2670175"/>
          <p14:tracePt t="22522" x="7653338" y="2898775"/>
          <p14:tracePt t="22538" x="7640638" y="3033713"/>
          <p14:tracePt t="22555" x="7640638" y="3113088"/>
          <p14:tracePt t="22572" x="7653338" y="3194050"/>
          <p14:tracePt t="22588" x="7694613" y="3260725"/>
          <p14:tracePt t="22604" x="7894638" y="3355975"/>
          <p14:tracePt t="22621" x="8123238" y="3381375"/>
          <p14:tracePt t="22638" x="8270875" y="3381375"/>
          <p14:tracePt t="22639" x="8364538" y="3381375"/>
          <p14:tracePt t="22654" x="8459788" y="3368675"/>
          <p14:tracePt t="22671" x="8539163" y="3341688"/>
          <p14:tracePt t="22688" x="8580438" y="3314700"/>
          <p14:tracePt t="22704" x="8580438" y="3275013"/>
          <p14:tracePt t="22721" x="8580438" y="3248025"/>
          <p14:tracePt t="22742" x="8580438" y="3233738"/>
          <p14:tracePt t="22755" x="8580438" y="3221038"/>
          <p14:tracePt t="22771" x="8566150" y="3221038"/>
          <p14:tracePt t="22788" x="8566150" y="3208338"/>
          <p14:tracePt t="22804" x="8539163" y="3208338"/>
          <p14:tracePt t="22824" x="8526463" y="3208338"/>
          <p14:tracePt t="22837" x="8512175" y="3208338"/>
          <p14:tracePt t="22864" x="8512175" y="3221038"/>
          <p14:tracePt t="22872" x="8499475" y="3221038"/>
          <p14:tracePt t="22887" x="8499475" y="3233738"/>
          <p14:tracePt t="22904" x="8499475" y="3248025"/>
          <p14:tracePt t="22921" x="8499475" y="3260725"/>
          <p14:tracePt t="22937" x="8486775" y="3275013"/>
          <p14:tracePt t="22954" x="8486775" y="3287713"/>
          <p14:tracePt t="22975" x="8486775" y="3302000"/>
          <p14:tracePt t="22988" x="8472488" y="3314700"/>
          <p14:tracePt t="23024" x="8472488" y="3328988"/>
          <p14:tracePt t="23029" x="8472488" y="3341688"/>
          <p14:tracePt t="23037" x="8459788" y="3341688"/>
          <p14:tracePt t="23054" x="8459788" y="3355975"/>
          <p14:tracePt t="23071" x="8445500" y="3368675"/>
          <p14:tracePt t="23087" x="8432800" y="3381375"/>
          <p14:tracePt t="23105" x="8378825" y="3408363"/>
          <p14:tracePt t="23121" x="8312150" y="3422650"/>
          <p14:tracePt t="23138" x="8204200" y="3435350"/>
          <p14:tracePt t="23154" x="7935913" y="3435350"/>
          <p14:tracePt t="23171" x="7747000" y="3395663"/>
          <p14:tracePt t="23189" x="7613650" y="3314700"/>
          <p14:tracePt t="23204" x="7545388" y="3260725"/>
          <p14:tracePt t="23221" x="7493000" y="3208338"/>
          <p14:tracePt t="23237" x="7466013" y="3181350"/>
          <p14:tracePt t="23254" x="7439025" y="3140075"/>
          <p14:tracePt t="23270" x="7385050" y="3033713"/>
          <p14:tracePt t="23288" x="7358063" y="2925763"/>
          <p14:tracePt t="23304" x="7345363" y="2751138"/>
          <p14:tracePt t="23321" x="7345363" y="2657475"/>
          <p14:tracePt t="23337" x="7345363" y="2576513"/>
          <p14:tracePt t="23353" x="7345363" y="2522538"/>
          <p14:tracePt t="23370" x="7345363" y="2495550"/>
          <p14:tracePt t="23387" x="7345363" y="2470150"/>
          <p14:tracePt t="23404" x="7345363" y="2443163"/>
          <p14:tracePt t="23420" x="7345363" y="2428875"/>
          <p14:tracePt t="23447" x="7331075" y="2428875"/>
          <p14:tracePt t="23460" x="7318375" y="2428875"/>
          <p14:tracePt t="23474" x="7318375" y="2443163"/>
          <p14:tracePt t="23487" x="7318375" y="2455863"/>
          <p14:tracePt t="23504" x="7304088" y="2522538"/>
          <p14:tracePt t="23520" x="7291388" y="2563813"/>
          <p14:tracePt t="23537" x="7291388" y="2630488"/>
          <p14:tracePt t="23553" x="7277100" y="2670175"/>
          <p14:tracePt t="23571" x="7277100" y="2738438"/>
          <p14:tracePt t="23588" x="7277100" y="2765425"/>
          <p14:tracePt t="23603" x="7264400" y="2778125"/>
          <p14:tracePt t="23620" x="7264400" y="2805113"/>
          <p14:tracePt t="23640" x="7264400" y="2778125"/>
          <p14:tracePt t="23654" x="7277100" y="2711450"/>
          <p14:tracePt t="23670" x="7291388" y="2576513"/>
          <p14:tracePt t="23687" x="7318375" y="2416175"/>
          <p14:tracePt t="23704" x="7331075" y="2254250"/>
          <p14:tracePt t="23720" x="7358063" y="2120900"/>
          <p14:tracePt t="23737" x="7358063" y="2000250"/>
          <p14:tracePt t="23753" x="7358063" y="1973263"/>
          <p14:tracePt t="23770" x="7358063" y="1946275"/>
          <p14:tracePt t="23787" x="7358063" y="1931988"/>
          <p14:tracePt t="23804" x="7372350" y="1905000"/>
          <p14:tracePt t="23820" x="7372350" y="1892300"/>
          <p14:tracePt t="23837" x="7385050" y="1879600"/>
          <p14:tracePt t="23838" x="7385050" y="1865313"/>
          <p14:tracePt t="23853" x="7385050" y="1852613"/>
          <p14:tracePt t="23870" x="7385050" y="1838325"/>
          <p14:tracePt t="23892" x="7385050" y="1852613"/>
          <p14:tracePt t="23903" x="7385050" y="1892300"/>
          <p14:tracePt t="23920" x="7385050" y="2052638"/>
          <p14:tracePt t="23937" x="7372350" y="2174875"/>
          <p14:tracePt t="23953" x="7372350" y="2281238"/>
          <p14:tracePt t="23970" x="7358063" y="2482850"/>
          <p14:tracePt t="23987" x="7331075" y="2576513"/>
          <p14:tracePt t="24003" x="7331075" y="2630488"/>
          <p14:tracePt t="24043" x="7331075" y="2603500"/>
          <p14:tracePt t="24050" x="7331075" y="2549525"/>
          <p14:tracePt t="24057" x="7331075" y="2482850"/>
          <p14:tracePt t="24070" x="7331075" y="2416175"/>
          <p14:tracePt t="24086" x="7331075" y="2254250"/>
          <p14:tracePt t="24103" x="7345363" y="2160588"/>
          <p14:tracePt t="24120" x="7385050" y="2052638"/>
          <p14:tracePt t="24137" x="7397750" y="2027238"/>
          <p14:tracePt t="24153" x="7397750" y="2012950"/>
          <p14:tracePt t="24194" x="7397750" y="2039938"/>
          <p14:tracePt t="24201" x="7397750" y="2066925"/>
          <p14:tracePt t="24208" x="7397750" y="2106613"/>
          <p14:tracePt t="24220" x="7397750" y="2160588"/>
          <p14:tracePt t="24236" x="7385050" y="2268538"/>
          <p14:tracePt t="24253" x="7372350" y="2347913"/>
          <p14:tracePt t="24270" x="7358063" y="2428875"/>
          <p14:tracePt t="24286" x="7345363" y="2470150"/>
          <p14:tracePt t="24303" x="7331075" y="2470150"/>
          <p14:tracePt t="24331" x="7331075" y="2428875"/>
          <p14:tracePt t="24340" x="7331075" y="2389188"/>
          <p14:tracePt t="24353" x="7331075" y="2254250"/>
          <p14:tracePt t="24370" x="7372350" y="2052638"/>
          <p14:tracePt t="24387" x="7532688" y="1677988"/>
          <p14:tracePt t="24403" x="7694613" y="1489075"/>
          <p14:tracePt t="24420" x="7827963" y="1368425"/>
          <p14:tracePt t="24436" x="8016875" y="1274763"/>
          <p14:tracePt t="24453" x="8177213" y="1235075"/>
          <p14:tracePt t="24470" x="8634413" y="1208088"/>
          <p14:tracePt t="24486" x="9036050" y="1208088"/>
          <p14:tracePt t="24503" x="9574213" y="1262063"/>
          <p14:tracePt t="24520" x="9869488" y="1382713"/>
          <p14:tracePt t="24537" x="10110788" y="1530350"/>
          <p14:tracePt t="24538" x="10204450" y="1609725"/>
          <p14:tracePt t="24553" x="10366375" y="1811338"/>
          <p14:tracePt t="24570" x="10460038" y="1985963"/>
          <p14:tracePt t="24587" x="10553700" y="2174875"/>
          <p14:tracePt t="24603" x="10567988" y="2268538"/>
          <p14:tracePt t="24620" x="10580688" y="2335213"/>
          <p14:tracePt t="24620" x="10580688" y="2347913"/>
          <p14:tracePt t="24636" x="10580688" y="2389188"/>
          <p14:tracePt t="24653" x="10580688" y="2401888"/>
          <p14:tracePt t="24674" x="10567988" y="2401888"/>
          <p14:tracePt t="24702" x="10553700" y="2401888"/>
          <p14:tracePt t="24708" x="10541000" y="2401888"/>
          <p14:tracePt t="24719" x="10541000" y="2389188"/>
          <p14:tracePt t="24736" x="10514013" y="2374900"/>
          <p14:tracePt t="24753" x="10499725" y="2347913"/>
          <p14:tracePt t="24770" x="10487025" y="2335213"/>
          <p14:tracePt t="24771" x="10472738" y="2322513"/>
          <p14:tracePt t="24786" x="10460038" y="2308225"/>
          <p14:tracePt t="24803" x="10433050" y="2281238"/>
          <p14:tracePt t="24819" x="10406063" y="2268538"/>
          <p14:tracePt t="24836" x="10393363" y="2254250"/>
          <p14:tracePt t="24853" x="10379075" y="2241550"/>
          <p14:tracePt t="24869" x="10379075" y="2227263"/>
          <p14:tracePt t="24921" x="10393363" y="2227263"/>
          <p14:tracePt t="24934" x="10393363" y="2241550"/>
          <p14:tracePt t="25017" x="10393363" y="2227263"/>
          <p14:tracePt t="25038" x="10393363" y="2214563"/>
          <p14:tracePt t="25044" x="10393363" y="2187575"/>
          <p14:tracePt t="25052" x="10393363" y="2174875"/>
          <p14:tracePt t="25069" x="10352088" y="2066925"/>
          <p14:tracePt t="25085" x="10231438" y="1798638"/>
          <p14:tracePt t="25102" x="9909175" y="1193800"/>
          <p14:tracePt t="25119" x="9707563" y="966788"/>
          <p14:tracePt t="25121" x="9653588" y="925513"/>
          <p14:tracePt t="25136" x="9559925" y="912813"/>
          <p14:tracePt t="25152" x="9493250" y="912813"/>
          <p14:tracePt t="25169" x="9331325" y="993775"/>
          <p14:tracePt t="25186" x="9144000" y="1127125"/>
          <p14:tracePt t="25203" x="8782050" y="1395413"/>
          <p14:tracePt t="25219" x="8566150" y="1597025"/>
          <p14:tracePt t="25235" x="8445500" y="1731963"/>
          <p14:tracePt t="25252" x="8378825" y="1892300"/>
          <p14:tracePt t="25269" x="8364538" y="1973263"/>
          <p14:tracePt t="25285" x="8364538" y="2160588"/>
          <p14:tracePt t="25302" x="8378825" y="2295525"/>
          <p14:tracePt t="25319" x="8418513" y="2443163"/>
          <p14:tracePt t="25336" x="8445500" y="2509838"/>
          <p14:tracePt t="25352" x="8472488" y="2549525"/>
          <p14:tracePt t="25369" x="8499475" y="2563813"/>
          <p14:tracePt t="25385" x="8512175" y="2563813"/>
          <p14:tracePt t="25402" x="8553450" y="2563813"/>
          <p14:tracePt t="25419" x="8580438" y="2549525"/>
          <p14:tracePt t="25436" x="8620125" y="2522538"/>
          <p14:tracePt t="25452" x="8634413" y="2509838"/>
          <p14:tracePt t="25470" x="8647113" y="2509838"/>
          <p14:tracePt t="25485" x="8661400" y="2495550"/>
          <p14:tracePt t="25502" x="8674100" y="2495550"/>
          <p14:tracePt t="25519" x="8686800" y="2495550"/>
          <p14:tracePt t="25572" x="8686800" y="2509838"/>
          <p14:tracePt t="25588" x="8686800" y="2522538"/>
          <p14:tracePt t="25600" x="8686800" y="2536825"/>
          <p14:tracePt t="25682" x="8701088" y="2536825"/>
          <p14:tracePt t="25689" x="8713788" y="2536825"/>
          <p14:tracePt t="25702" x="8713788" y="2509838"/>
          <p14:tracePt t="25719" x="8782050" y="2428875"/>
          <p14:tracePt t="25735" x="8821738" y="2362200"/>
          <p14:tracePt t="25752" x="8875713" y="2268538"/>
          <p14:tracePt t="25769" x="8875713" y="2241550"/>
          <p14:tracePt t="25785" x="8861425" y="2214563"/>
          <p14:tracePt t="25801" x="8834438" y="2214563"/>
          <p14:tracePt t="25818" x="8782050" y="2241550"/>
          <p14:tracePt t="25835" x="8686800" y="2389188"/>
          <p14:tracePt t="25852" x="8661400" y="2470150"/>
          <p14:tracePt t="25868" x="8634413" y="2630488"/>
          <p14:tracePt t="25885" x="8634413" y="2738438"/>
          <p14:tracePt t="25902" x="8634413" y="2805113"/>
          <p14:tracePt t="25918" x="8713788" y="2859088"/>
          <p14:tracePt t="25935" x="8809038" y="2859088"/>
          <p14:tracePt t="25952" x="9077325" y="2670175"/>
          <p14:tracePt t="25968" x="9156700" y="2549525"/>
          <p14:tracePt t="25985" x="9197975" y="2482850"/>
          <p14:tracePt t="26002" x="9197975" y="2455863"/>
          <p14:tracePt t="26019" x="9170988" y="2455863"/>
          <p14:tracePt t="26035" x="9117013" y="2455863"/>
          <p14:tracePt t="26052" x="9050338" y="2455863"/>
          <p14:tracePt t="26068" x="8969375" y="2522538"/>
          <p14:tracePt t="26085" x="8929688" y="2522538"/>
          <p14:tracePt t="26102" x="8902700" y="2549525"/>
          <p14:tracePt t="26148" x="8902700" y="2536825"/>
          <p14:tracePt t="26162" x="8902700" y="2522538"/>
          <p14:tracePt t="26169" x="8902700" y="2509838"/>
          <p14:tracePt t="26204" x="8902700" y="2495550"/>
          <p14:tracePt t="26217" x="8888413" y="2495550"/>
          <p14:tracePt t="26231" x="8875713" y="2495550"/>
          <p14:tracePt t="26251" x="8861425" y="2495550"/>
          <p14:tracePt t="26258" x="8848725" y="2495550"/>
          <p14:tracePt t="26272" x="8834438" y="2495550"/>
          <p14:tracePt t="26284" x="8821738" y="2495550"/>
          <p14:tracePt t="26340" x="8821738" y="2482850"/>
          <p14:tracePt t="26738" x="8848725" y="2495550"/>
          <p14:tracePt t="26745" x="8888413" y="2522538"/>
          <p14:tracePt t="26759" x="8942388" y="2549525"/>
          <p14:tracePt t="26776" x="9063038" y="2576513"/>
          <p14:tracePt t="26794" x="9170988" y="2576513"/>
          <p14:tracePt t="26809" x="9251950" y="2576513"/>
          <p14:tracePt t="26826" x="9291638" y="2576513"/>
          <p14:tracePt t="26842" x="9318625" y="2576513"/>
          <p14:tracePt t="26859" x="9331325" y="2576513"/>
          <p14:tracePt t="26897" x="9331325" y="2563813"/>
          <p14:tracePt t="26917" x="9331325" y="2549525"/>
          <p14:tracePt t="26930" x="9318625" y="2536825"/>
          <p14:tracePt t="26945" x="9304338" y="2522538"/>
          <p14:tracePt t="26951" x="9291638" y="2522538"/>
          <p14:tracePt t="26959" x="9291638" y="2509838"/>
          <p14:tracePt t="26976" x="9278938" y="2495550"/>
          <p14:tracePt t="26993" x="9251950" y="2470150"/>
          <p14:tracePt t="26993" x="9251950" y="2455863"/>
          <p14:tracePt t="27009" x="9224963" y="2428875"/>
          <p14:tracePt t="27026" x="9197975" y="2362200"/>
          <p14:tracePt t="27042" x="9170988" y="2335213"/>
          <p14:tracePt t="27059" x="9156700" y="2308225"/>
          <p14:tracePt t="27076" x="9156700" y="2281238"/>
          <p14:tracePt t="27092" x="9144000" y="2281238"/>
          <p14:tracePt t="27109" x="9144000" y="2295525"/>
          <p14:tracePt t="27125" x="9144000" y="2335213"/>
          <p14:tracePt t="27143" x="9156700" y="2374900"/>
          <p14:tracePt t="27159" x="9156700" y="2416175"/>
          <p14:tracePt t="27176" x="9156700" y="2428875"/>
          <p14:tracePt t="27192" x="9170988" y="2495550"/>
          <p14:tracePt t="27209" x="9197975" y="2576513"/>
          <p14:tracePt t="27225" x="9210675" y="2670175"/>
          <p14:tracePt t="27226" x="9224963" y="2724150"/>
          <p14:tracePt t="27242" x="9237663" y="2790825"/>
          <p14:tracePt t="27259" x="9251950" y="2886075"/>
          <p14:tracePt t="27275" x="9278938" y="2925763"/>
          <p14:tracePt t="27292" x="9318625" y="2979738"/>
          <p14:tracePt t="27294" x="9331325" y="2992438"/>
          <p14:tracePt t="27309" x="9372600" y="3033713"/>
          <p14:tracePt t="27325" x="9399588" y="3060700"/>
          <p14:tracePt t="27342" x="9453563" y="3140075"/>
          <p14:tracePt t="27359" x="9493250" y="3194050"/>
          <p14:tracePt t="27376" x="9505950" y="3221038"/>
          <p14:tracePt t="27392" x="9520238" y="3260725"/>
          <p14:tracePt t="27409" x="9520238" y="3302000"/>
          <p14:tracePt t="27411" x="9520238" y="3314700"/>
          <p14:tracePt t="27425" x="9520238" y="3355975"/>
          <p14:tracePt t="27442" x="9493250" y="3422650"/>
          <p14:tracePt t="27459" x="9426575" y="3489325"/>
          <p14:tracePt t="27459" x="9385300" y="3516313"/>
          <p14:tracePt t="27475" x="9304338" y="3582988"/>
          <p14:tracePt t="27492" x="9224963" y="3609975"/>
          <p14:tracePt t="27508" x="9104313" y="3636963"/>
          <p14:tracePt t="27525" x="9036050" y="3636963"/>
          <p14:tracePt t="27542" x="8942388" y="3636963"/>
          <p14:tracePt t="27559" x="8875713" y="3624263"/>
          <p14:tracePt t="27577" x="8821738" y="3624263"/>
          <p14:tracePt t="27592" x="8740775" y="3609975"/>
          <p14:tracePt t="27609" x="8686800" y="3597275"/>
          <p14:tracePt t="27610" x="8661400" y="3597275"/>
          <p14:tracePt t="27625" x="8593138" y="3582988"/>
          <p14:tracePt t="27642" x="8539163" y="3556000"/>
          <p14:tracePt t="27659" x="8486775" y="3543300"/>
          <p14:tracePt t="27675" x="8472488" y="3543300"/>
          <p14:tracePt t="27692" x="8459788" y="3543300"/>
          <p14:tracePt t="27733" x="8472488" y="3543300"/>
          <p14:tracePt t="27746" x="8486775" y="3556000"/>
          <p14:tracePt t="27760" x="8512175" y="3570288"/>
          <p14:tracePt t="27767" x="8539163" y="3570288"/>
          <p14:tracePt t="27776" x="8580438" y="3570288"/>
          <p14:tracePt t="27792" x="8701088" y="3597275"/>
          <p14:tracePt t="27809" x="8942388" y="3649663"/>
          <p14:tracePt t="27825" x="9170988" y="3676650"/>
          <p14:tracePt t="27841" x="9345613" y="3676650"/>
          <p14:tracePt t="27858" x="9505950" y="3676650"/>
          <p14:tracePt t="27875" x="9586913" y="3676650"/>
          <p14:tracePt t="27892" x="9694863" y="3676650"/>
          <p14:tracePt t="27908" x="9761538" y="3676650"/>
          <p14:tracePt t="27925" x="9815513" y="3676650"/>
          <p14:tracePt t="27942" x="9909175" y="3676650"/>
          <p14:tracePt t="27959" x="9990138" y="3676650"/>
          <p14:tracePt t="27975" x="10044113" y="3663950"/>
          <p14:tracePt t="27992" x="10083800" y="3649663"/>
          <p14:tracePt t="27994" x="10123488" y="3636963"/>
          <p14:tracePt t="28008" x="10177463" y="3624263"/>
          <p14:tracePt t="28025" x="10218738" y="3609975"/>
          <p14:tracePt t="28042" x="10258425" y="3609975"/>
          <p14:tracePt t="28058" x="10271125" y="3609975"/>
          <p14:tracePt t="28075" x="10298113" y="3609975"/>
          <p14:tracePt t="28092" x="10312400" y="3609975"/>
          <p14:tracePt t="28108" x="10325100" y="3609975"/>
          <p14:tracePt t="28130" x="10339388" y="3609975"/>
          <p14:tracePt t="28144" x="10352088" y="3609975"/>
          <p14:tracePt t="28171" x="10366375" y="3609975"/>
          <p14:tracePt t="28178" x="10379075" y="3609975"/>
          <p14:tracePt t="28192" x="10393363" y="3609975"/>
          <p14:tracePt t="28208" x="10406063" y="3609975"/>
          <p14:tracePt t="28224" x="10420350" y="3609975"/>
          <p14:tracePt t="28241" x="10445750" y="3597275"/>
          <p14:tracePt t="28258" x="10460038" y="3597275"/>
          <p14:tracePt t="28275" x="10472738" y="3597275"/>
          <p14:tracePt t="28276" x="10487025" y="3597275"/>
          <p14:tracePt t="28291" x="10499725" y="3597275"/>
          <p14:tracePt t="28315" x="10514013" y="3597275"/>
          <p14:tracePt t="28350" x="10514013" y="3582988"/>
          <p14:tracePt t="28452" x="10514013" y="3570288"/>
          <p14:tracePt t="28542" x="10499725" y="3570288"/>
          <p14:tracePt t="28768" x="10472738" y="3582988"/>
          <p14:tracePt t="28776" x="10433050" y="3597275"/>
          <p14:tracePt t="28782" x="10379075" y="3597275"/>
          <p14:tracePt t="28791" x="10352088" y="3609975"/>
          <p14:tracePt t="28808" x="10271125" y="3609975"/>
          <p14:tracePt t="28824" x="10150475" y="3609975"/>
          <p14:tracePt t="28841" x="10071100" y="3597275"/>
          <p14:tracePt t="28858" x="9948863" y="3582988"/>
          <p14:tracePt t="28874" x="9842500" y="3543300"/>
          <p14:tracePt t="28890" x="9748838" y="3516313"/>
          <p14:tracePt t="28907" x="9520238" y="3435350"/>
          <p14:tracePt t="28924" x="9331325" y="3341688"/>
          <p14:tracePt t="28941" x="9144000" y="3221038"/>
          <p14:tracePt t="28958" x="9077325" y="3154363"/>
          <p14:tracePt t="28975" x="8996363" y="3073400"/>
          <p14:tracePt t="28991" x="8956675" y="3033713"/>
          <p14:tracePt t="29008" x="8929688" y="3019425"/>
          <p14:tracePt t="29009" x="8915400" y="3019425"/>
          <p14:tracePt t="29024" x="8888413" y="3019425"/>
          <p14:tracePt t="29041" x="8875713" y="3033713"/>
          <p14:tracePt t="29042" x="8861425" y="3033713"/>
          <p14:tracePt t="29057" x="8821738" y="3086100"/>
          <p14:tracePt t="29074" x="8767763" y="3140075"/>
          <p14:tracePt t="29091" x="8728075" y="3208338"/>
          <p14:tracePt t="29091" x="8686800" y="3233738"/>
          <p14:tracePt t="29107" x="8620125" y="3314700"/>
          <p14:tracePt t="29124" x="8526463" y="3381375"/>
          <p14:tracePt t="29141" x="8405813" y="3449638"/>
          <p14:tracePt t="29157" x="8312150" y="3489325"/>
          <p14:tracePt t="29174" x="8164513" y="3516313"/>
          <p14:tracePt t="29191" x="8042275" y="3529013"/>
          <p14:tracePt t="29207" x="7788275" y="3529013"/>
          <p14:tracePt t="29224" x="7653338" y="3543300"/>
          <p14:tracePt t="29240" x="7559675" y="3543300"/>
          <p14:tracePt t="29257" x="7493000" y="3582988"/>
          <p14:tracePt t="29273" x="7466013" y="3582988"/>
          <p14:tracePt t="29290" x="7466013" y="3597275"/>
          <p14:tracePt t="29308" x="7466013" y="3609975"/>
          <p14:tracePt t="29324" x="7478713" y="3624263"/>
          <p14:tracePt t="29340" x="7519988" y="3636963"/>
          <p14:tracePt t="29357" x="7586663" y="3663950"/>
          <p14:tracePt t="29373" x="7788275" y="3784600"/>
          <p14:tracePt t="29390" x="8002588" y="3905250"/>
          <p14:tracePt t="29407" x="8339138" y="4025900"/>
          <p14:tracePt t="29424" x="8526463" y="4040188"/>
          <p14:tracePt t="29440" x="8674100" y="4040188"/>
          <p14:tracePt t="29457" x="8861425" y="4025900"/>
          <p14:tracePt t="29475" x="9023350" y="4025900"/>
          <p14:tracePt t="29490" x="9090025" y="4040188"/>
          <p14:tracePt t="29508" x="9156700" y="4079875"/>
          <p14:tracePt t="29509" x="9197975" y="4092575"/>
          <p14:tracePt t="29524" x="9264650" y="4119563"/>
          <p14:tracePt t="29540" x="9304338" y="4146550"/>
          <p14:tracePt t="29557" x="9345613" y="4160838"/>
          <p14:tracePt t="29557" x="9358313" y="4160838"/>
          <p14:tracePt t="29573" x="9399588" y="4187825"/>
          <p14:tracePt t="29591" x="9439275" y="4200525"/>
          <p14:tracePt t="29607" x="9453563" y="4200525"/>
          <p14:tracePt t="29623" x="9478963" y="4214813"/>
          <p14:tracePt t="29640" x="9493250" y="4227513"/>
          <p14:tracePt t="29660" x="9493250" y="4240213"/>
          <p14:tracePt t="29675" x="9493250" y="4254500"/>
          <p14:tracePt t="29700" x="9453563" y="4254500"/>
          <p14:tracePt t="29707" x="9426575" y="4254500"/>
          <p14:tracePt t="29723" x="9345613" y="4240213"/>
          <p14:tracePt t="29740" x="9264650" y="4214813"/>
          <p14:tracePt t="29742" x="9210675" y="4200525"/>
          <p14:tracePt t="29757" x="9131300" y="4187825"/>
          <p14:tracePt t="29774" x="9063038" y="4160838"/>
          <p14:tracePt t="29790" x="8996363" y="4133850"/>
          <p14:tracePt t="29807" x="8942388" y="4092575"/>
          <p14:tracePt t="29824" x="8929688" y="4079875"/>
          <p14:tracePt t="29825" x="8929688" y="4067175"/>
          <p14:tracePt t="29840" x="8929688" y="4040188"/>
          <p14:tracePt t="29857" x="8942388" y="4025900"/>
          <p14:tracePt t="29873" x="9023350" y="3998913"/>
          <p14:tracePt t="29890" x="9063038" y="3998913"/>
          <p14:tracePt t="29907" x="9117013" y="3998913"/>
          <p14:tracePt t="29923" x="9210675" y="4013200"/>
          <p14:tracePt t="29940" x="9264650" y="4025900"/>
          <p14:tracePt t="29942" x="9291638" y="4040188"/>
          <p14:tracePt t="29957" x="9304338" y="4040188"/>
          <p14:tracePt t="29973" x="9318625" y="4052888"/>
          <p14:tracePt t="29990" x="9318625" y="4067175"/>
          <p14:tracePt t="30024" x="9291638" y="4067175"/>
          <p14:tracePt t="30030" x="9251950" y="4067175"/>
          <p14:tracePt t="30039" x="9224963" y="4067175"/>
          <p14:tracePt t="30057" x="9144000" y="4040188"/>
          <p14:tracePt t="30074" x="9117013" y="4040188"/>
          <p14:tracePt t="30090" x="9104313" y="4040188"/>
          <p14:tracePt t="30106" x="9077325" y="4025900"/>
          <p14:tracePt t="30174" x="9090025" y="4025900"/>
          <p14:tracePt t="30188" x="9104313" y="4025900"/>
          <p14:tracePt t="30201" x="9117013" y="4025900"/>
          <p14:tracePt t="30215" x="9131300" y="4025900"/>
          <p14:tracePt t="30242" x="9144000" y="4025900"/>
          <p14:tracePt t="30263" x="9156700" y="4025900"/>
          <p14:tracePt t="30722" x="9345613" y="4025900"/>
          <p14:tracePt t="30729" x="9613900" y="4025900"/>
          <p14:tracePt t="30744" x="9963150" y="4025900"/>
          <p14:tracePt t="30760" x="10191750" y="4025900"/>
          <p14:tracePt t="30777" x="10393363" y="4025900"/>
          <p14:tracePt t="30778" x="10445750" y="4040188"/>
          <p14:tracePt t="30793" x="10526713" y="4040188"/>
          <p14:tracePt t="30810" x="10580688" y="4040188"/>
          <p14:tracePt t="30812" x="10620375" y="4052888"/>
          <p14:tracePt t="30827" x="10647363" y="4067175"/>
          <p14:tracePt t="30843" x="10674350" y="4079875"/>
          <p14:tracePt t="30859" x="10701338" y="4079875"/>
          <p14:tracePt t="30877" x="10701338" y="4092575"/>
          <p14:tracePt t="30894" x="10715625" y="4106863"/>
          <p14:tracePt t="30914" x="10715625" y="4119563"/>
          <p14:tracePt t="30962" x="10715625" y="4133850"/>
          <p14:tracePt t="30990" x="10715625" y="4146550"/>
          <p14:tracePt t="31044" x="10701338" y="4146550"/>
          <p14:tracePt t="31257" x="10674350" y="4173538"/>
          <p14:tracePt t="31264" x="10647363" y="4214813"/>
          <p14:tracePt t="31270" x="10620375" y="4240213"/>
          <p14:tracePt t="31280" x="10593388" y="4281488"/>
          <p14:tracePt t="31297" x="10526713" y="4348163"/>
          <p14:tracePt t="31314" x="10433050" y="4456113"/>
          <p14:tracePt t="31330" x="10339388" y="4510088"/>
          <p14:tracePt t="31347" x="10218738" y="4576763"/>
          <p14:tracePt t="31364" x="10123488" y="4603750"/>
          <p14:tracePt t="31381" x="10002838" y="4603750"/>
          <p14:tracePt t="31397" x="9936163" y="4603750"/>
          <p14:tracePt t="31413" x="9882188" y="4603750"/>
          <p14:tracePt t="31431" x="9788525" y="4603750"/>
          <p14:tracePt t="31447" x="9721850" y="4616450"/>
          <p14:tracePt t="31464" x="9613900" y="4630738"/>
          <p14:tracePt t="31480" x="9547225" y="4643438"/>
          <p14:tracePt t="31498" x="9439275" y="4643438"/>
          <p14:tracePt t="31514" x="9372600" y="4643438"/>
          <p14:tracePt t="31530" x="9318625" y="4643438"/>
          <p14:tracePt t="31547" x="9237663" y="4643438"/>
          <p14:tracePt t="31564" x="9197975" y="4643438"/>
          <p14:tracePt t="31581" x="9156700" y="4643438"/>
          <p14:tracePt t="31597" x="9144000" y="4643438"/>
          <p14:tracePt t="31613" x="9117013" y="4643438"/>
          <p14:tracePt t="31675" x="9131300" y="4643438"/>
          <p14:tracePt t="31688" x="9144000" y="4643438"/>
          <p14:tracePt t="31703" x="9156700" y="4643438"/>
          <p14:tracePt t="31709" x="9170988" y="4643438"/>
          <p14:tracePt t="31716" x="9183688" y="4643438"/>
          <p14:tracePt t="31730" x="9197975" y="4643438"/>
          <p14:tracePt t="31747" x="9237663" y="4643438"/>
          <p14:tracePt t="31763" x="9264650" y="4643438"/>
          <p14:tracePt t="31780" x="9291638" y="4643438"/>
          <p14:tracePt t="31797" x="9331325" y="4657725"/>
          <p14:tracePt t="31813" x="9358313" y="4670425"/>
          <p14:tracePt t="31854" x="9345613" y="4670425"/>
          <p14:tracePt t="31860" x="9304338" y="4670425"/>
          <p14:tracePt t="31867" x="9251950" y="4670425"/>
          <p14:tracePt t="31880" x="9210675" y="4670425"/>
          <p14:tracePt t="31896" x="8983663" y="4616450"/>
          <p14:tracePt t="31913" x="8755063" y="4603750"/>
          <p14:tracePt t="31930" x="8486775" y="4576763"/>
          <p14:tracePt t="31947" x="8351838" y="4562475"/>
          <p14:tracePt t="31963" x="8216900" y="4522788"/>
          <p14:tracePt t="31980" x="8164513" y="4510088"/>
          <p14:tracePt t="31997" x="8137525" y="4483100"/>
          <p14:tracePt t="32013" x="8110538" y="4468813"/>
          <p14:tracePt t="32032" x="8110538" y="4456113"/>
          <p14:tracePt t="32052" x="8123238" y="4456113"/>
          <p14:tracePt t="32066" x="8150225" y="4456113"/>
          <p14:tracePt t="32080" x="8216900" y="4456113"/>
          <p14:tracePt t="32096" x="8339138" y="4483100"/>
          <p14:tracePt t="32113" x="8580438" y="4535488"/>
          <p14:tracePt t="32114" x="8755063" y="4562475"/>
          <p14:tracePt t="32130" x="9131300" y="4657725"/>
          <p14:tracePt t="32147" x="9399588" y="4697413"/>
          <p14:tracePt t="32163" x="9640888" y="4751388"/>
          <p14:tracePt t="32180" x="9734550" y="4764088"/>
          <p14:tracePt t="32197" x="9828213" y="4778375"/>
          <p14:tracePt t="32213" x="9855200" y="4778375"/>
          <p14:tracePt t="32258" x="9842500" y="4778375"/>
          <p14:tracePt t="32265" x="9815513" y="4764088"/>
          <p14:tracePt t="32272" x="9748838" y="4751388"/>
          <p14:tracePt t="32280" x="9667875" y="4737100"/>
          <p14:tracePt t="32297" x="9426575" y="4710113"/>
          <p14:tracePt t="32313" x="9210675" y="4670425"/>
          <p14:tracePt t="32314" x="9077325" y="4670425"/>
          <p14:tracePt t="32329" x="8821738" y="4630738"/>
          <p14:tracePt t="32347" x="8620125" y="4589463"/>
          <p14:tracePt t="32364" x="8432800" y="4549775"/>
          <p14:tracePt t="32380" x="8378825" y="4535488"/>
          <p14:tracePt t="32396" x="8324850" y="4522788"/>
          <p14:tracePt t="32423" x="8312150" y="4522788"/>
          <p14:tracePt t="32457" x="8324850" y="4522788"/>
          <p14:tracePt t="32464" x="8351838" y="4522788"/>
          <p14:tracePt t="32471" x="8391525" y="4522788"/>
          <p14:tracePt t="32480" x="8432800" y="4522788"/>
          <p14:tracePt t="32496" x="8634413" y="4522788"/>
          <p14:tracePt t="32513" x="9251950" y="4562475"/>
          <p14:tracePt t="32529" x="9640888" y="4630738"/>
          <p14:tracePt t="32547" x="9975850" y="4697413"/>
          <p14:tracePt t="32563" x="10098088" y="4710113"/>
          <p14:tracePt t="32580" x="10150475" y="4724400"/>
          <p14:tracePt t="32581" x="10177463" y="4724400"/>
          <p14:tracePt t="32597" x="10191750" y="4737100"/>
          <p14:tracePt t="32615" x="10204450" y="4751388"/>
          <p14:tracePt t="32649" x="10177463" y="4751388"/>
          <p14:tracePt t="32663" x="10150475" y="4751388"/>
          <p14:tracePt t="32669" x="10123488" y="4751388"/>
          <p14:tracePt t="32679" x="10098088" y="4751388"/>
          <p14:tracePt t="32697" x="10071100" y="4751388"/>
          <p14:tracePt t="32712" x="10056813" y="4751388"/>
          <p14:tracePt t="32730" x="10044113" y="4751388"/>
          <p14:tracePt t="32746" x="10029825" y="4751388"/>
          <p14:tracePt t="32820" x="10044113" y="4751388"/>
          <p14:tracePt t="33143" x="10002838" y="4751388"/>
          <p14:tracePt t="33150" x="9923463" y="4751388"/>
          <p14:tracePt t="33158" x="9801225" y="4751388"/>
          <p14:tracePt t="33175" x="9426575" y="4764088"/>
          <p14:tracePt t="33191" x="8351838" y="4830763"/>
          <p14:tracePt t="33208" x="7694613" y="4830763"/>
          <p14:tracePt t="33225" x="7050088" y="4830763"/>
          <p14:tracePt t="33242" x="6767513" y="4872038"/>
          <p14:tracePt t="33258" x="6565900" y="4926013"/>
          <p14:tracePt t="33274" x="6405563" y="5005388"/>
          <p14:tracePt t="33291" x="6283325" y="5100638"/>
          <p14:tracePt t="33308" x="6176963" y="5194300"/>
          <p14:tracePt t="33324" x="6122988" y="5221288"/>
          <p14:tracePt t="33342" x="6056313" y="5287963"/>
          <p14:tracePt t="33358" x="6015038" y="5300663"/>
          <p14:tracePt t="33375" x="6002338" y="5314950"/>
          <p14:tracePt t="33391" x="5988050" y="5327650"/>
          <p14:tracePt t="33623" x="6122988" y="5086350"/>
          <p14:tracePt t="33629" x="6337300" y="4737100"/>
          <p14:tracePt t="33636" x="6499225" y="4549775"/>
          <p14:tracePt t="33653" x="6927850" y="4067175"/>
          <p14:tracePt t="33671" x="7921625" y="3154363"/>
          <p14:tracePt t="33687" x="8661400" y="2482850"/>
          <p14:tracePt t="33703" x="9453563" y="1784350"/>
          <p14:tracePt t="33720" x="10245725" y="925513"/>
          <p14:tracePt t="33737" x="10526713" y="388938"/>
          <p14:tracePt t="34487" x="295275" y="120650"/>
          <p14:tracePt t="34494" x="66675" y="979488"/>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42C34-3243-255D-67DB-69ACAF123A6A}"/>
              </a:ext>
            </a:extLst>
          </p:cNvPr>
          <p:cNvSpPr>
            <a:spLocks noGrp="1"/>
          </p:cNvSpPr>
          <p:nvPr>
            <p:ph type="title"/>
          </p:nvPr>
        </p:nvSpPr>
        <p:spPr>
          <a:xfrm>
            <a:off x="581191" y="492301"/>
            <a:ext cx="11029616" cy="1013800"/>
          </a:xfrm>
        </p:spPr>
        <p:txBody>
          <a:bodyPr/>
          <a:lstStyle/>
          <a:p>
            <a:r>
              <a:rPr lang="en-GB"/>
              <a:t>CPU | </a:t>
            </a:r>
            <a:r>
              <a:rPr lang="en-GB" err="1"/>
              <a:t>Parallellprosessering</a:t>
            </a:r>
            <a:endParaRPr lang="en-GB"/>
          </a:p>
        </p:txBody>
      </p:sp>
      <p:sp>
        <p:nvSpPr>
          <p:cNvPr id="3" name="Content Placeholder 2">
            <a:extLst>
              <a:ext uri="{FF2B5EF4-FFF2-40B4-BE49-F238E27FC236}">
                <a16:creationId xmlns:a16="http://schemas.microsoft.com/office/drawing/2014/main" id="{536C1D24-A6B8-EAF5-CA9C-64BE98A7F4BF}"/>
              </a:ext>
            </a:extLst>
          </p:cNvPr>
          <p:cNvSpPr>
            <a:spLocks noGrp="1"/>
          </p:cNvSpPr>
          <p:nvPr>
            <p:ph idx="1"/>
          </p:nvPr>
        </p:nvSpPr>
        <p:spPr>
          <a:xfrm>
            <a:off x="581193" y="2180496"/>
            <a:ext cx="4763693" cy="4438018"/>
          </a:xfrm>
        </p:spPr>
        <p:txBody>
          <a:bodyPr>
            <a:normAutofit/>
          </a:bodyPr>
          <a:lstStyle/>
          <a:p>
            <a:r>
              <a:rPr lang="en-GB" sz="2200" err="1"/>
              <a:t>Brukt</a:t>
            </a:r>
            <a:r>
              <a:rPr lang="en-GB" sz="2200"/>
              <a:t> </a:t>
            </a:r>
            <a:r>
              <a:rPr lang="en-GB" sz="2200" err="1"/>
              <a:t>i</a:t>
            </a:r>
            <a:r>
              <a:rPr lang="en-GB" sz="2200"/>
              <a:t> </a:t>
            </a:r>
            <a:r>
              <a:rPr lang="en-GB" sz="2200" err="1"/>
              <a:t>senere</a:t>
            </a:r>
            <a:r>
              <a:rPr lang="en-GB" sz="2200"/>
              <a:t> </a:t>
            </a:r>
            <a:r>
              <a:rPr lang="en-GB" sz="2200" err="1"/>
              <a:t>år</a:t>
            </a:r>
            <a:endParaRPr lang="en-GB" sz="2200"/>
          </a:p>
          <a:p>
            <a:r>
              <a:rPr lang="en-GB" sz="2200" err="1"/>
              <a:t>Prosessor</a:t>
            </a:r>
            <a:r>
              <a:rPr lang="en-GB" sz="2200"/>
              <a:t> </a:t>
            </a:r>
            <a:r>
              <a:rPr lang="en-GB" sz="2200" err="1"/>
              <a:t>kan</a:t>
            </a:r>
            <a:r>
              <a:rPr lang="en-GB" sz="2200"/>
              <a:t> bare </a:t>
            </a:r>
            <a:r>
              <a:rPr lang="en-GB" sz="2200" err="1"/>
              <a:t>utføre</a:t>
            </a:r>
            <a:r>
              <a:rPr lang="en-GB" sz="2200"/>
              <a:t> </a:t>
            </a:r>
            <a:r>
              <a:rPr lang="en-GB" sz="2200" err="1"/>
              <a:t>én</a:t>
            </a:r>
            <a:r>
              <a:rPr lang="en-GB" sz="2200"/>
              <a:t> </a:t>
            </a:r>
            <a:r>
              <a:rPr lang="en-GB" sz="2200" err="1"/>
              <a:t>og</a:t>
            </a:r>
            <a:r>
              <a:rPr lang="en-GB" sz="2200"/>
              <a:t> </a:t>
            </a:r>
            <a:r>
              <a:rPr lang="en-GB" sz="2200" err="1"/>
              <a:t>én</a:t>
            </a:r>
            <a:r>
              <a:rPr lang="en-GB" sz="2200"/>
              <a:t> </a:t>
            </a:r>
            <a:r>
              <a:rPr lang="en-GB" sz="2200" err="1"/>
              <a:t>instruks</a:t>
            </a:r>
            <a:r>
              <a:rPr lang="en-GB" sz="2200"/>
              <a:t> – lite </a:t>
            </a:r>
            <a:r>
              <a:rPr lang="en-GB" sz="2200" err="1"/>
              <a:t>kosteffektivt</a:t>
            </a:r>
            <a:r>
              <a:rPr lang="en-GB" sz="2200"/>
              <a:t> å </a:t>
            </a:r>
            <a:r>
              <a:rPr lang="en-GB" sz="2200" err="1"/>
              <a:t>øke</a:t>
            </a:r>
            <a:r>
              <a:rPr lang="en-GB" sz="2200"/>
              <a:t> </a:t>
            </a:r>
            <a:r>
              <a:rPr lang="en-GB" sz="2200" err="1"/>
              <a:t>klokkefrekvens</a:t>
            </a:r>
            <a:endParaRPr lang="en-GB" sz="2200"/>
          </a:p>
          <a:p>
            <a:r>
              <a:rPr lang="en-GB" sz="2200" err="1"/>
              <a:t>Én</a:t>
            </a:r>
            <a:r>
              <a:rPr lang="en-GB" sz="2200"/>
              <a:t> CPU-</a:t>
            </a:r>
            <a:r>
              <a:rPr lang="en-GB" sz="2200" err="1"/>
              <a:t>brikke</a:t>
            </a:r>
            <a:r>
              <a:rPr lang="en-GB" sz="2200"/>
              <a:t> med </a:t>
            </a:r>
            <a:r>
              <a:rPr lang="en-GB" sz="2200" err="1"/>
              <a:t>flere</a:t>
            </a:r>
            <a:r>
              <a:rPr lang="en-GB" sz="2200"/>
              <a:t> </a:t>
            </a:r>
            <a:r>
              <a:rPr lang="en-GB" sz="2200" err="1"/>
              <a:t>innebygde</a:t>
            </a:r>
            <a:r>
              <a:rPr lang="en-GB" sz="2200"/>
              <a:t> </a:t>
            </a:r>
            <a:r>
              <a:rPr lang="en-GB" sz="2200" err="1"/>
              <a:t>prosessorer</a:t>
            </a:r>
            <a:r>
              <a:rPr lang="en-GB" sz="2200"/>
              <a:t>, </a:t>
            </a:r>
            <a:r>
              <a:rPr lang="en-GB" sz="2200" err="1"/>
              <a:t>som</a:t>
            </a:r>
            <a:r>
              <a:rPr lang="en-GB" sz="2200"/>
              <a:t> jobber </a:t>
            </a:r>
            <a:r>
              <a:rPr lang="en-GB" sz="2200" err="1"/>
              <a:t>parallellt</a:t>
            </a:r>
            <a:endParaRPr lang="en-GB" sz="2200"/>
          </a:p>
          <a:p>
            <a:r>
              <a:rPr lang="en-GB" sz="2200" err="1"/>
              <a:t>Superskalar</a:t>
            </a:r>
            <a:endParaRPr lang="en-GB" sz="2200"/>
          </a:p>
          <a:p>
            <a:r>
              <a:rPr lang="en-GB" sz="2200"/>
              <a:t>Delt cache</a:t>
            </a:r>
          </a:p>
          <a:p>
            <a:r>
              <a:rPr lang="nn-NO" sz="2200"/>
              <a:t>(Rosvold, 2025)</a:t>
            </a:r>
            <a:endParaRPr lang="en-GB" sz="2200"/>
          </a:p>
          <a:p>
            <a:endParaRPr lang="nn-NO"/>
          </a:p>
        </p:txBody>
      </p:sp>
      <p:pic>
        <p:nvPicPr>
          <p:cNvPr id="5" name="Picture 4">
            <a:extLst>
              <a:ext uri="{FF2B5EF4-FFF2-40B4-BE49-F238E27FC236}">
                <a16:creationId xmlns:a16="http://schemas.microsoft.com/office/drawing/2014/main" id="{C0E2246C-ADE6-3992-D4A7-4235347B6D91}"/>
              </a:ext>
            </a:extLst>
          </p:cNvPr>
          <p:cNvPicPr>
            <a:picLocks noChangeAspect="1"/>
          </p:cNvPicPr>
          <p:nvPr/>
        </p:nvPicPr>
        <p:blipFill>
          <a:blip r:embed="rId4"/>
          <a:stretch>
            <a:fillRect/>
          </a:stretch>
        </p:blipFill>
        <p:spPr>
          <a:xfrm>
            <a:off x="5622324" y="2390788"/>
            <a:ext cx="5715294" cy="3257717"/>
          </a:xfrm>
          <a:prstGeom prst="rect">
            <a:avLst/>
          </a:prstGeom>
        </p:spPr>
      </p:pic>
      <p:sp>
        <p:nvSpPr>
          <p:cNvPr id="7" name="TextBox 6">
            <a:extLst>
              <a:ext uri="{FF2B5EF4-FFF2-40B4-BE49-F238E27FC236}">
                <a16:creationId xmlns:a16="http://schemas.microsoft.com/office/drawing/2014/main" id="{219DC961-41E3-989E-96F9-B77458581940}"/>
              </a:ext>
            </a:extLst>
          </p:cNvPr>
          <p:cNvSpPr txBox="1"/>
          <p:nvPr/>
        </p:nvSpPr>
        <p:spPr>
          <a:xfrm>
            <a:off x="9535885" y="5648505"/>
            <a:ext cx="2074922" cy="430887"/>
          </a:xfrm>
          <a:prstGeom prst="rect">
            <a:avLst/>
          </a:prstGeom>
          <a:noFill/>
        </p:spPr>
        <p:txBody>
          <a:bodyPr wrap="square">
            <a:spAutoFit/>
          </a:bodyPr>
          <a:lstStyle/>
          <a:p>
            <a:r>
              <a:rPr lang="nn-NO" sz="2200"/>
              <a:t>(Rosvold, 2025)</a:t>
            </a:r>
            <a:endParaRPr lang="en-GB" sz="2200"/>
          </a:p>
        </p:txBody>
      </p:sp>
      <p:pic>
        <p:nvPicPr>
          <p:cNvPr id="6" name="Audio 5">
            <a:hlinkClick r:id="" action="ppaction://media"/>
            <a:extLst>
              <a:ext uri="{FF2B5EF4-FFF2-40B4-BE49-F238E27FC236}">
                <a16:creationId xmlns:a16="http://schemas.microsoft.com/office/drawing/2014/main" id="{3B762B70-B4DA-1056-6725-3A792E212CE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276226555"/>
      </p:ext>
    </p:extLst>
  </p:cSld>
  <p:clrMapOvr>
    <a:masterClrMapping/>
  </p:clrMapOvr>
  <mc:AlternateContent xmlns:mc="http://schemas.openxmlformats.org/markup-compatibility/2006" xmlns:p14="http://schemas.microsoft.com/office/powerpoint/2010/main">
    <mc:Choice Requires="p14">
      <p:transition spd="slow" p14:dur="2000" advTm="56690"/>
    </mc:Choice>
    <mc:Fallback xmlns="">
      <p:transition spd="slow" advTm="56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extLst>
    <p:ext uri="{3A86A75C-4F4B-4683-9AE1-C65F6400EC91}">
      <p14:laserTraceLst xmlns:p14="http://schemas.microsoft.com/office/powerpoint/2010/main">
        <p14:tracePtLst>
          <p14:tracePt t="513" x="657225" y="5086350"/>
          <p14:tracePt t="520" x="979488" y="4805363"/>
          <p14:tracePt t="533" x="1222375" y="4562475"/>
          <p14:tracePt t="549" x="1746250" y="3959225"/>
          <p14:tracePt t="566" x="1920875" y="3717925"/>
          <p14:tracePt t="583" x="2000250" y="3624263"/>
          <p14:tracePt t="599" x="2000250" y="3597275"/>
          <p14:tracePt t="617" x="2000250" y="3582988"/>
          <p14:tracePt t="633" x="1987550" y="3582988"/>
          <p14:tracePt t="649" x="1960563" y="3582988"/>
          <p14:tracePt t="666" x="1893888" y="3597275"/>
          <p14:tracePt t="683" x="1852613" y="3636963"/>
          <p14:tracePt t="699" x="1798638" y="3649663"/>
          <p14:tracePt t="716" x="1771650" y="3663950"/>
          <p14:tracePt t="733" x="1746250" y="3676650"/>
          <p14:tracePt t="749" x="1731963" y="3690938"/>
          <p14:tracePt t="766" x="1704975" y="3703638"/>
          <p14:tracePt t="782" x="1677988" y="3717925"/>
          <p14:tracePt t="799" x="1651000" y="3730625"/>
          <p14:tracePt t="816" x="1584325" y="3757613"/>
          <p14:tracePt t="833" x="1517650" y="3797300"/>
          <p14:tracePt t="850" x="1397000" y="3824288"/>
          <p14:tracePt t="866" x="1316038" y="3838575"/>
          <p14:tracePt t="882" x="1249363" y="3851275"/>
          <p14:tracePt t="899" x="1127125" y="3851275"/>
          <p14:tracePt t="916" x="1060450" y="3838575"/>
          <p14:tracePt t="933" x="979488" y="3784600"/>
          <p14:tracePt t="949" x="939800" y="3771900"/>
          <p14:tracePt t="966" x="912813" y="3757613"/>
          <p14:tracePt t="982" x="900113" y="3744913"/>
          <p14:tracePt t="1007" x="885825" y="3730625"/>
          <p14:tracePt t="1212" x="900113" y="3730625"/>
          <p14:tracePt t="1234" x="912813" y="3730625"/>
          <p14:tracePt t="1693" x="912813" y="3676650"/>
          <p14:tracePt t="1700" x="912813" y="3582988"/>
          <p14:tracePt t="1707" x="912813" y="3516313"/>
          <p14:tracePt t="1715" x="927100" y="3395663"/>
          <p14:tracePt t="1732" x="979488" y="3086100"/>
          <p14:tracePt t="1748" x="1074738" y="2657475"/>
          <p14:tracePt t="1765" x="1114425" y="2563813"/>
          <p14:tracePt t="1782" x="1127125" y="2482850"/>
          <p14:tracePt t="1798" x="1127125" y="2455863"/>
          <p14:tracePt t="1815" x="1127125" y="2428875"/>
          <p14:tracePt t="1816" x="1127125" y="2416175"/>
          <p14:tracePt t="1831" x="1127125" y="2362200"/>
          <p14:tracePt t="1848" x="1127125" y="2295525"/>
          <p14:tracePt t="1865" x="1127125" y="2174875"/>
          <p14:tracePt t="1882" x="1127125" y="2093913"/>
          <p14:tracePt t="1899" x="1127125" y="2000250"/>
          <p14:tracePt t="1915" x="1127125" y="1946275"/>
          <p14:tracePt t="1931" x="1127125" y="1905000"/>
          <p14:tracePt t="1948" x="1114425" y="1825625"/>
          <p14:tracePt t="1965" x="1114425" y="1784350"/>
          <p14:tracePt t="1981" x="1101725" y="1731963"/>
          <p14:tracePt t="1998" x="1087438" y="1717675"/>
          <p14:tracePt t="2015" x="1074738" y="1690688"/>
          <p14:tracePt t="2042" x="1060450" y="1690688"/>
          <p14:tracePt t="2056" x="1047750" y="1690688"/>
          <p14:tracePt t="2070" x="1033463" y="1690688"/>
          <p14:tracePt t="2081" x="1020763" y="1690688"/>
          <p14:tracePt t="2098" x="1006475" y="1690688"/>
          <p14:tracePt t="2114" x="954088" y="1677988"/>
          <p14:tracePt t="2132" x="885825" y="1663700"/>
          <p14:tracePt t="2148" x="846138" y="1663700"/>
          <p14:tracePt t="2166" x="779463" y="1663700"/>
          <p14:tracePt t="2183" x="752475" y="1651000"/>
          <p14:tracePt t="2198" x="725488" y="1651000"/>
          <p14:tracePt t="2215" x="711200" y="1624013"/>
          <p14:tracePt t="2231" x="711200" y="1609725"/>
          <p14:tracePt t="2248" x="725488" y="1597025"/>
          <p14:tracePt t="2265" x="752475" y="1570038"/>
          <p14:tracePt t="2283" x="792163" y="1557338"/>
          <p14:tracePt t="2298" x="804863" y="1557338"/>
          <p14:tracePt t="2315" x="831850" y="1557338"/>
          <p14:tracePt t="2331" x="846138" y="1570038"/>
          <p14:tracePt t="2348" x="858838" y="1570038"/>
          <p14:tracePt t="2366" x="873125" y="1597025"/>
          <p14:tracePt t="2381" x="885825" y="1609725"/>
          <p14:tracePt t="2399" x="885825" y="1624013"/>
          <p14:tracePt t="2414" x="885825" y="1663700"/>
          <p14:tracePt t="2431" x="885825" y="1677988"/>
          <p14:tracePt t="2448" x="873125" y="1690688"/>
          <p14:tracePt t="2464" x="873125" y="1717675"/>
          <p14:tracePt t="2482" x="846138" y="1717675"/>
          <p14:tracePt t="2639" x="846138" y="1704975"/>
          <p14:tracePt t="2934" x="819150" y="1690688"/>
          <p14:tracePt t="2941" x="804863" y="1663700"/>
          <p14:tracePt t="2947" x="779463" y="1636713"/>
          <p14:tracePt t="2960" x="738188" y="1624013"/>
          <p14:tracePt t="2961" x="711200" y="1597025"/>
          <p14:tracePt t="2977" x="671513" y="1570038"/>
          <p14:tracePt t="2993" x="631825" y="1557338"/>
          <p14:tracePt t="3010" x="604838" y="1543050"/>
          <p14:tracePt t="3026" x="590550" y="1530350"/>
          <p14:tracePt t="3044" x="577850" y="1530350"/>
          <p14:tracePt t="3060" x="577850" y="1516063"/>
          <p14:tracePt t="3076" x="563563" y="1516063"/>
          <p14:tracePt t="3112" x="577850" y="1530350"/>
          <p14:tracePt t="3119" x="590550" y="1543050"/>
          <p14:tracePt t="3133" x="590550" y="1557338"/>
          <p14:tracePt t="3143" x="604838" y="1570038"/>
          <p14:tracePt t="3161" x="617538" y="1597025"/>
          <p14:tracePt t="3176" x="631825" y="1597025"/>
          <p14:tracePt t="3193" x="631825" y="1624013"/>
          <p14:tracePt t="3210" x="644525" y="1624013"/>
          <p14:tracePt t="3227" x="657225" y="1636713"/>
          <p14:tracePt t="3250" x="671513" y="1651000"/>
          <p14:tracePt t="3263" x="684213" y="1651000"/>
          <p14:tracePt t="3290" x="684213" y="1663700"/>
          <p14:tracePt t="3462" x="698500" y="1663700"/>
          <p14:tracePt t="3510" x="711200" y="1663700"/>
          <p14:tracePt t="3557" x="725488" y="1663700"/>
          <p14:tracePt t="3586" x="738188" y="1663700"/>
          <p14:tracePt t="3702" x="752475" y="1663700"/>
          <p14:tracePt t="3722" x="765175" y="1663700"/>
          <p14:tracePt t="3770" x="779463" y="1663700"/>
          <p14:tracePt t="3784" x="792163" y="1663700"/>
          <p14:tracePt t="3804" x="804863" y="1663700"/>
          <p14:tracePt t="3811" x="819150" y="1663700"/>
          <p14:tracePt t="3818" x="873125" y="1663700"/>
          <p14:tracePt t="3830" x="912813" y="1663700"/>
          <p14:tracePt t="3846" x="1154113" y="1636713"/>
          <p14:tracePt t="3863" x="1355725" y="1609725"/>
          <p14:tracePt t="3880" x="1665288" y="1570038"/>
          <p14:tracePt t="3897" x="1812925" y="1557338"/>
          <p14:tracePt t="3915" x="1906588" y="1557338"/>
          <p14:tracePt t="3930" x="1987550" y="1557338"/>
          <p14:tracePt t="3947" x="2027238" y="1570038"/>
          <p14:tracePt t="3963" x="2054225" y="1584325"/>
          <p14:tracePt t="3980" x="2068513" y="1584325"/>
          <p14:tracePt t="3997" x="2068513" y="1609725"/>
          <p14:tracePt t="4013" x="2081213" y="1624013"/>
          <p14:tracePt t="4031" x="2081213" y="1636713"/>
          <p14:tracePt t="4058" x="2068513" y="1651000"/>
          <p14:tracePt t="4065" x="2054225" y="1651000"/>
          <p14:tracePt t="4080" x="2041525" y="1663700"/>
          <p14:tracePt t="4096" x="2014538" y="1677988"/>
          <p14:tracePt t="4114" x="1987550" y="1677988"/>
          <p14:tracePt t="4133" x="1973263" y="1677988"/>
          <p14:tracePt t="4147" x="1960563" y="1677988"/>
          <p14:tracePt t="4164" x="1946275" y="1677988"/>
          <p14:tracePt t="4182" x="1933575" y="1677988"/>
          <p14:tracePt t="4196" x="1933575" y="1690688"/>
          <p14:tracePt t="4312" x="1933575" y="1677988"/>
          <p14:tracePt t="4326" x="1933575" y="1663700"/>
          <p14:tracePt t="4347" x="1946275" y="1651000"/>
          <p14:tracePt t="4367" x="1960563" y="1651000"/>
          <p14:tracePt t="4380" x="1973263" y="1636713"/>
          <p14:tracePt t="4401" x="1987550" y="1636713"/>
          <p14:tracePt t="4413" x="2014538" y="1624013"/>
          <p14:tracePt t="4429" x="2041525" y="1624013"/>
          <p14:tracePt t="4446" x="2081213" y="1609725"/>
          <p14:tracePt t="4463" x="2120900" y="1609725"/>
          <p14:tracePt t="4480" x="2147888" y="1609725"/>
          <p14:tracePt t="4496" x="2189163" y="1609725"/>
          <p14:tracePt t="4513" x="2216150" y="1609725"/>
          <p14:tracePt t="4529" x="2243138" y="1609725"/>
          <p14:tracePt t="4546" x="2255838" y="1609725"/>
          <p14:tracePt t="4563" x="2268538" y="1609725"/>
          <p14:tracePt t="4622" x="2268538" y="1624013"/>
          <p14:tracePt t="4943" x="2282825" y="1624013"/>
          <p14:tracePt t="4950" x="2309813" y="1624013"/>
          <p14:tracePt t="4964" x="2322513" y="1624013"/>
          <p14:tracePt t="4975" x="2336800" y="1624013"/>
          <p14:tracePt t="4991" x="2363788" y="1624013"/>
          <p14:tracePt t="5008" x="2390775" y="1624013"/>
          <p14:tracePt t="5026" x="2416175" y="1636713"/>
          <p14:tracePt t="5041" x="2430463" y="1636713"/>
          <p14:tracePt t="5060" x="2443163" y="1636713"/>
          <p14:tracePt t="5079" x="2457450" y="1636713"/>
          <p14:tracePt t="5115" x="2457450" y="1651000"/>
          <p14:tracePt t="5149" x="2457450" y="1663700"/>
          <p14:tracePt t="5196" x="2443163" y="1663700"/>
          <p14:tracePt t="5224" x="2430463" y="1663700"/>
          <p14:tracePt t="5244" x="2416175" y="1663700"/>
          <p14:tracePt t="10517" x="2551113" y="1663700"/>
          <p14:tracePt t="10524" x="2779713" y="1663700"/>
          <p14:tracePt t="10533" x="2994025" y="1663700"/>
          <p14:tracePt t="10550" x="3343275" y="1663700"/>
          <p14:tracePt t="10552" x="3505200" y="1651000"/>
          <p14:tracePt t="10566" x="3813175" y="1597025"/>
          <p14:tracePt t="10583" x="4122738" y="1597025"/>
          <p14:tracePt t="10599" x="4457700" y="1597025"/>
          <p14:tracePt t="10616" x="4659313" y="1597025"/>
          <p14:tracePt t="10634" x="4794250" y="1609725"/>
          <p14:tracePt t="10650" x="4860925" y="1636713"/>
          <p14:tracePt t="10666" x="4900613" y="1636713"/>
          <p14:tracePt t="10667" x="4900613" y="1651000"/>
          <p14:tracePt t="10683" x="4927600" y="1651000"/>
          <p14:tracePt t="10700" x="4927600" y="1663700"/>
          <p14:tracePt t="10716" x="4927600" y="1677988"/>
          <p14:tracePt t="10733" x="4927600" y="1704975"/>
          <p14:tracePt t="10750" x="4927600" y="1731963"/>
          <p14:tracePt t="10770" x="4914900" y="1744663"/>
          <p14:tracePt t="10784" x="4900613" y="1757363"/>
          <p14:tracePt t="10799" x="4873625" y="1757363"/>
          <p14:tracePt t="10816" x="4846638" y="1757363"/>
          <p14:tracePt t="10833" x="4779963" y="1811338"/>
          <p14:tracePt t="10850" x="4699000" y="1852613"/>
          <p14:tracePt t="10866" x="4471988" y="2012950"/>
          <p14:tracePt t="10882" x="4283075" y="2133600"/>
          <p14:tracePt t="10899" x="4135438" y="2214563"/>
          <p14:tracePt t="10916" x="4068763" y="2254250"/>
          <p14:tracePt t="10932" x="4054475" y="2254250"/>
          <p14:tracePt t="10949" x="4041775" y="2254250"/>
          <p14:tracePt t="10996" x="4054475" y="2254250"/>
          <p14:tracePt t="11003" x="4054475" y="2241550"/>
          <p14:tracePt t="11016" x="4054475" y="2227263"/>
          <p14:tracePt t="11017" x="4068763" y="2227263"/>
          <p14:tracePt t="11033" x="4081463" y="2200275"/>
          <p14:tracePt t="11049" x="4095750" y="2200275"/>
          <p14:tracePt t="11066" x="4135438" y="2200275"/>
          <p14:tracePt t="11082" x="4149725" y="2200275"/>
          <p14:tracePt t="11099" x="4189413" y="2200275"/>
          <p14:tracePt t="11116" x="4202113" y="2200275"/>
          <p14:tracePt t="11132" x="4216400" y="2200275"/>
          <p14:tracePt t="11149" x="4243388" y="2200275"/>
          <p14:tracePt t="12732" x="4229100" y="2214563"/>
          <p14:tracePt t="12738" x="4202113" y="2241550"/>
          <p14:tracePt t="12747" x="4202113" y="2254250"/>
          <p14:tracePt t="12765" x="4162425" y="2295525"/>
          <p14:tracePt t="12781" x="4135438" y="2322513"/>
          <p14:tracePt t="12798" x="4122738" y="2322513"/>
          <p14:tracePt t="12814" x="4095750" y="2322513"/>
          <p14:tracePt t="12869" x="4095750" y="2308225"/>
          <p14:tracePt t="12903" x="4095750" y="2295525"/>
          <p14:tracePt t="12917" x="4108450" y="2295525"/>
          <p14:tracePt t="12944" x="4122738" y="2295525"/>
          <p14:tracePt t="12958" x="4122738" y="2308225"/>
          <p14:tracePt t="12965" x="4122738" y="2322513"/>
          <p14:tracePt t="12992" x="4122738" y="2335213"/>
          <p14:tracePt t="13006" x="4122738" y="2347913"/>
          <p14:tracePt t="13280" x="4135438" y="2335213"/>
          <p14:tracePt t="28696" x="4135438" y="2416175"/>
          <p14:tracePt t="28703" x="4135438" y="2563813"/>
          <p14:tracePt t="28710" x="4135438" y="2738438"/>
          <p14:tracePt t="28718" x="4108450" y="2925763"/>
          <p14:tracePt t="28735" x="4027488" y="3275013"/>
          <p14:tracePt t="28751" x="3960813" y="3570288"/>
          <p14:tracePt t="28768" x="3921125" y="3730625"/>
          <p14:tracePt t="28785" x="3879850" y="3905250"/>
          <p14:tracePt t="28801" x="3840163" y="4025900"/>
          <p14:tracePt t="28818" x="3800475" y="4146550"/>
          <p14:tracePt t="28835" x="3719513" y="4362450"/>
          <p14:tracePt t="28851" x="3679825" y="4576763"/>
          <p14:tracePt t="28868" x="3598863" y="4818063"/>
          <p14:tracePt t="28869" x="3571875" y="4926013"/>
          <p14:tracePt t="28884" x="3530600" y="5073650"/>
          <p14:tracePt t="28902" x="3505200" y="5140325"/>
          <p14:tracePt t="28917" x="3505200" y="5153025"/>
          <p14:tracePt t="28934" x="3490913" y="5167313"/>
          <p14:tracePt t="28951" x="3478213" y="5180013"/>
          <p14:tracePt t="28984" x="3478213" y="5194300"/>
          <p14:tracePt t="28991" x="3478213" y="5207000"/>
          <p14:tracePt t="29001" x="3478213" y="5221288"/>
          <p14:tracePt t="29018" x="3463925" y="5248275"/>
          <p14:tracePt t="29035" x="3451225" y="5273675"/>
          <p14:tracePt t="29052" x="3436938" y="5273675"/>
          <p14:tracePt t="29073" x="3424238" y="5273675"/>
          <p14:tracePt t="29087" x="3424238" y="5260975"/>
          <p14:tracePt t="29135" x="3409950" y="5260975"/>
          <p14:tracePt t="29141" x="3409950" y="5248275"/>
          <p14:tracePt t="29151" x="3409950" y="5233988"/>
          <p14:tracePt t="29169" x="3409950" y="5221288"/>
          <p14:tracePt t="29184" x="3409950" y="5194300"/>
          <p14:tracePt t="29201" x="3409950" y="5167313"/>
          <p14:tracePt t="29217" x="3409950" y="5140325"/>
          <p14:tracePt t="29234" x="3424238" y="5113338"/>
          <p14:tracePt t="29252" x="3436938" y="5073650"/>
          <p14:tracePt t="29268" x="3436938" y="5059363"/>
          <p14:tracePt t="29285" x="3451225" y="5019675"/>
          <p14:tracePt t="29286" x="3478213" y="4992688"/>
          <p14:tracePt t="29300" x="3490913" y="4965700"/>
          <p14:tracePt t="29317" x="3544888" y="4938713"/>
          <p14:tracePt t="29334" x="3584575" y="4926013"/>
          <p14:tracePt t="29335" x="3598863" y="4911725"/>
          <p14:tracePt t="29351" x="3652838" y="4911725"/>
          <p14:tracePt t="29368" x="3679825" y="4911725"/>
          <p14:tracePt t="29385" x="3705225" y="4911725"/>
          <p14:tracePt t="29401" x="3719513" y="4911725"/>
          <p14:tracePt t="29417" x="3732213" y="4911725"/>
          <p14:tracePt t="29434" x="3759200" y="4899025"/>
          <p14:tracePt t="29450" x="3773488" y="4884738"/>
          <p14:tracePt t="29467" x="3786188" y="4872038"/>
          <p14:tracePt t="29485" x="3800475" y="4872038"/>
          <p14:tracePt t="29501" x="3813175" y="4872038"/>
          <p14:tracePt t="29517" x="3840163" y="4857750"/>
          <p14:tracePt t="29519" x="3852863" y="4857750"/>
          <p14:tracePt t="29534" x="3894138" y="4845050"/>
          <p14:tracePt t="29551" x="3933825" y="4845050"/>
          <p14:tracePt t="29567" x="3987800" y="4845050"/>
          <p14:tracePt t="29584" x="4081463" y="4845050"/>
          <p14:tracePt t="29602" x="4149725" y="4818063"/>
          <p14:tracePt t="29617" x="4202113" y="4805363"/>
          <p14:tracePt t="29634" x="4243388" y="4805363"/>
          <p14:tracePt t="29636" x="4270375" y="4791075"/>
          <p14:tracePt t="29651" x="4283075" y="4791075"/>
          <p14:tracePt t="29668" x="4310063" y="4778375"/>
          <p14:tracePt t="29670" x="4310063" y="4764088"/>
          <p14:tracePt t="29684" x="4324350" y="4764088"/>
          <p14:tracePt t="29700" x="4337050" y="4764088"/>
          <p14:tracePt t="29718" x="4364038" y="4764088"/>
          <p14:tracePt t="29752" x="4376738" y="4764088"/>
          <p14:tracePt t="29770" x="4391025" y="4764088"/>
          <p14:tracePt t="29828" x="4403725" y="4764088"/>
          <p14:tracePt t="29944" x="4403725" y="4778375"/>
          <p14:tracePt t="29965" x="4403725" y="4791075"/>
          <p14:tracePt t="29992" x="4403725" y="4805363"/>
          <p14:tracePt t="29999" x="4391025" y="4805363"/>
          <p14:tracePt t="30012" x="4391025" y="4818063"/>
          <p14:tracePt t="30021" x="4376738" y="4818063"/>
          <p14:tracePt t="30040" x="4376738" y="4830763"/>
          <p14:tracePt t="30060" x="4364038" y="4845050"/>
          <p14:tracePt t="30074" x="4349750" y="4845050"/>
          <p14:tracePt t="30362" x="4538663" y="4857750"/>
          <p14:tracePt t="30369" x="4860925" y="4884738"/>
          <p14:tracePt t="30376" x="5183188" y="4926013"/>
          <p14:tracePt t="30387" x="5599113" y="4978400"/>
          <p14:tracePt t="30404" x="6713538" y="5086350"/>
          <p14:tracePt t="30421" x="7747000" y="5167313"/>
          <p14:tracePt t="30438" x="9896475" y="5100638"/>
          <p14:tracePt t="30454" x="11695113" y="5032375"/>
          <p14:tracePt t="44476" x="12057063" y="6750050"/>
          <p14:tracePt t="44481" x="11950700" y="6737350"/>
          <p14:tracePt t="44492" x="11815763" y="6723063"/>
          <p14:tracePt t="44509" x="11466513" y="6710363"/>
          <p14:tracePt t="44526" x="11252200" y="6710363"/>
          <p14:tracePt t="44542" x="11037888" y="6710363"/>
          <p14:tracePt t="44559" x="10661650" y="6723063"/>
          <p14:tracePt t="44576" x="10445750" y="6764338"/>
          <p14:tracePt t="44592" x="10177463" y="6777038"/>
          <p14:tracePt t="44609" x="10017125" y="6764338"/>
          <p14:tracePt t="44625" x="9909175" y="6723063"/>
          <p14:tracePt t="44642" x="9788525" y="6629400"/>
          <p14:tracePt t="44659" x="9734550" y="6575425"/>
          <p14:tracePt t="44676" x="9680575" y="6481763"/>
          <p14:tracePt t="44694" x="9640888" y="6388100"/>
          <p14:tracePt t="44695" x="9640888" y="6361113"/>
          <p14:tracePt t="44709" x="9626600" y="6294438"/>
          <p14:tracePt t="44726" x="9626600" y="6227763"/>
          <p14:tracePt t="44743" x="9626600" y="6200775"/>
          <p14:tracePt t="44759" x="9626600" y="6186488"/>
          <p14:tracePt t="44776" x="9626600" y="6159500"/>
          <p14:tracePt t="44804" x="9626600" y="6146800"/>
          <p14:tracePt t="44847" x="9613900" y="6146800"/>
          <p14:tracePt t="44852" x="9601200" y="6146800"/>
          <p14:tracePt t="44865" x="9586913" y="6146800"/>
          <p14:tracePt t="44876" x="9574213" y="6146800"/>
          <p14:tracePt t="44892" x="9559925" y="6146800"/>
          <p14:tracePt t="44909" x="9505950" y="6146800"/>
          <p14:tracePt t="44925" x="9466263" y="6132513"/>
          <p14:tracePt t="44942" x="9412288" y="6119813"/>
          <p14:tracePt t="44958" x="9399588" y="6092825"/>
          <p14:tracePt t="44976" x="9372600" y="6092825"/>
          <p14:tracePt t="44992" x="9358313" y="6092825"/>
          <p14:tracePt t="45009" x="9345613" y="6092825"/>
          <p14:tracePt t="45058" x="9358313" y="6092825"/>
          <p14:tracePt t="45298" x="9331325" y="6080125"/>
          <p14:tracePt t="45304" x="9304338" y="6065838"/>
          <p14:tracePt t="45317" x="9264650" y="6038850"/>
          <p14:tracePt t="45333" x="9156700" y="5945188"/>
          <p14:tracePt t="45350" x="9090025" y="5905500"/>
          <p14:tracePt t="45367" x="9036050" y="5824538"/>
          <p14:tracePt t="45383" x="9009063" y="5784850"/>
          <p14:tracePt t="45401" x="8942388" y="5703888"/>
          <p14:tracePt t="45417" x="8929688" y="5676900"/>
          <p14:tracePt t="45434" x="8902700" y="5664200"/>
          <p14:tracePt t="45436" x="8888413" y="5649913"/>
          <p14:tracePt t="45450" x="8875713" y="5637213"/>
          <p14:tracePt t="45467" x="8861425" y="5637213"/>
          <p14:tracePt t="45483" x="8794750" y="5610225"/>
          <p14:tracePt t="45500" x="8740775" y="5568950"/>
          <p14:tracePt t="45517" x="8647113" y="5529263"/>
          <p14:tracePt t="45534" x="8580438" y="5489575"/>
          <p14:tracePt t="45550" x="8539163" y="5475288"/>
          <p14:tracePt t="45567" x="8499475" y="5462588"/>
          <p14:tracePt t="45583" x="8486775" y="5462588"/>
          <p14:tracePt t="45600" x="8445500" y="5462588"/>
          <p14:tracePt t="45617" x="8432800" y="5448300"/>
          <p14:tracePt t="45634" x="8391525" y="5448300"/>
          <p14:tracePt t="45650" x="8364538" y="5435600"/>
          <p14:tracePt t="45667" x="8339138" y="5421313"/>
          <p14:tracePt t="45683" x="8285163" y="5408613"/>
          <p14:tracePt t="45700" x="8258175" y="5408613"/>
          <p14:tracePt t="45716" x="8216900" y="5395913"/>
          <p14:tracePt t="45733" x="8189913" y="5381625"/>
          <p14:tracePt t="45751" x="8164513" y="5368925"/>
          <p14:tracePt t="45767" x="8123238" y="5354638"/>
          <p14:tracePt t="45783" x="8110538" y="5341938"/>
          <p14:tracePt t="45799" x="8110538" y="5314950"/>
          <p14:tracePt t="45826" x="8137525" y="5314950"/>
          <p14:tracePt t="45834" x="8150225" y="5314950"/>
          <p14:tracePt t="45850" x="8177213" y="5314950"/>
          <p14:tracePt t="45867" x="8231188" y="5327650"/>
          <p14:tracePt t="45883" x="8270875" y="5327650"/>
          <p14:tracePt t="45901" x="8324850" y="5327650"/>
          <p14:tracePt t="45901" x="8339138" y="5327650"/>
          <p14:tracePt t="45916" x="8364538" y="5314950"/>
          <p14:tracePt t="45933" x="8405813" y="5314950"/>
          <p14:tracePt t="45950" x="8432800" y="5314950"/>
          <p14:tracePt t="45966" x="8459788" y="5314950"/>
          <p14:tracePt t="45984" x="8526463" y="5314950"/>
          <p14:tracePt t="46000" x="8607425" y="5314950"/>
          <p14:tracePt t="46016" x="8740775" y="5314950"/>
          <p14:tracePt t="46033" x="8956675" y="5314950"/>
          <p14:tracePt t="46049" x="9156700" y="5300663"/>
          <p14:tracePt t="46067" x="9385300" y="5287963"/>
          <p14:tracePt t="46083" x="9520238" y="5287963"/>
          <p14:tracePt t="46100" x="9613900" y="5287963"/>
          <p14:tracePt t="46116" x="9680575" y="5287963"/>
          <p14:tracePt t="46133" x="9734550" y="5287963"/>
          <p14:tracePt t="46134" x="9761538" y="5287963"/>
          <p14:tracePt t="46149" x="9801225" y="5287963"/>
          <p14:tracePt t="46166" x="9828213" y="5287963"/>
          <p14:tracePt t="46182" x="9855200" y="5287963"/>
          <p14:tracePt t="46237" x="9828213" y="5287963"/>
          <p14:tracePt t="46244" x="9761538" y="5287963"/>
          <p14:tracePt t="46251" x="9707563" y="5287963"/>
          <p14:tracePt t="46266" x="9520238" y="5300663"/>
          <p14:tracePt t="46283" x="9318625" y="5327650"/>
          <p14:tracePt t="46299" x="9104313" y="5368925"/>
          <p14:tracePt t="46300" x="8996363" y="5368925"/>
          <p14:tracePt t="46316" x="8713788" y="5381625"/>
          <p14:tracePt t="46334" x="8297863" y="5395913"/>
          <p14:tracePt t="46349" x="8123238" y="5381625"/>
          <p14:tracePt t="46366" x="8016875" y="5354638"/>
          <p14:tracePt t="46383" x="7908925" y="5314950"/>
          <p14:tracePt t="46399" x="7881938" y="5314950"/>
          <p14:tracePt t="46416" x="7867650" y="5300663"/>
          <p14:tracePt t="46457" x="7894638" y="5300663"/>
          <p14:tracePt t="46464" x="7908925" y="5300663"/>
          <p14:tracePt t="46470" x="7935913" y="5300663"/>
          <p14:tracePt t="46483" x="7962900" y="5300663"/>
          <p14:tracePt t="46499" x="8096250" y="5300663"/>
          <p14:tracePt t="46516" x="8216900" y="5314950"/>
          <p14:tracePt t="46533" x="8418513" y="5327650"/>
          <p14:tracePt t="46549" x="8553450" y="5341938"/>
          <p14:tracePt t="46567" x="8755063" y="5354638"/>
          <p14:tracePt t="46583" x="8929688" y="5381625"/>
          <p14:tracePt t="46599" x="9131300" y="5408613"/>
          <p14:tracePt t="46616" x="9399588" y="5448300"/>
          <p14:tracePt t="46632" x="9532938" y="5448300"/>
          <p14:tracePt t="46649" x="9680575" y="5448300"/>
          <p14:tracePt t="46667" x="9734550" y="5448300"/>
          <p14:tracePt t="46683" x="9775825" y="5448300"/>
          <p14:tracePt t="46699" x="9788525" y="5448300"/>
          <p14:tracePt t="46717" x="9801225" y="5448300"/>
          <p14:tracePt t="46738" x="9788525" y="5435600"/>
          <p14:tracePt t="46749" x="9748838" y="5435600"/>
          <p14:tracePt t="46765" x="9653588" y="5421313"/>
          <p14:tracePt t="46766" x="9559925" y="5421313"/>
          <p14:tracePt t="46782" x="9372600" y="5408613"/>
          <p14:tracePt t="46801" x="9117013" y="5395913"/>
          <p14:tracePt t="46815" x="8969375" y="5381625"/>
          <p14:tracePt t="46832" x="8848725" y="5381625"/>
          <p14:tracePt t="46849" x="8713788" y="5368925"/>
          <p14:tracePt t="46865" x="8647113" y="5368925"/>
          <p14:tracePt t="46883" x="8580438" y="5354638"/>
          <p14:tracePt t="46899" x="8553450" y="5354638"/>
          <p14:tracePt t="46917" x="8539163" y="5327650"/>
          <p14:tracePt t="46932" x="8553450" y="5314950"/>
          <p14:tracePt t="46949" x="8607425" y="5300663"/>
          <p14:tracePt t="46966" x="8740775" y="5287963"/>
          <p14:tracePt t="46982" x="8983663" y="5287963"/>
          <p14:tracePt t="46998" x="9453563" y="5300663"/>
          <p14:tracePt t="47016" x="9707563" y="5354638"/>
          <p14:tracePt t="47033" x="9896475" y="5408613"/>
          <p14:tracePt t="47049" x="9963150" y="5435600"/>
          <p14:tracePt t="47065" x="10002838" y="5435600"/>
          <p14:tracePt t="47067" x="10002838" y="5448300"/>
          <p14:tracePt t="47082" x="10017125" y="5448300"/>
          <p14:tracePt t="47128" x="10002838" y="5448300"/>
          <p14:tracePt t="47135" x="9975850" y="5448300"/>
          <p14:tracePt t="47142" x="9948863" y="5448300"/>
          <p14:tracePt t="47149" x="9909175" y="5448300"/>
          <p14:tracePt t="47165" x="9842500" y="5448300"/>
          <p14:tracePt t="47182" x="9788525" y="5435600"/>
          <p14:tracePt t="47199" x="9707563" y="5435600"/>
          <p14:tracePt t="47215" x="9694863" y="5435600"/>
          <p14:tracePt t="47232" x="9667875" y="5435600"/>
          <p14:tracePt t="47232" x="9653588" y="5435600"/>
          <p14:tracePt t="47248" x="9640888" y="5435600"/>
          <p14:tracePt t="47265" x="9601200" y="5435600"/>
          <p14:tracePt t="47282" x="9574213" y="5435600"/>
          <p14:tracePt t="47300" x="9559925" y="5435600"/>
          <p14:tracePt t="47315" x="9547225" y="5435600"/>
          <p14:tracePt t="47332" x="9532938" y="5435600"/>
          <p14:tracePt t="47350" x="9520238" y="5435600"/>
          <p14:tracePt t="47365" x="9505950" y="5435600"/>
          <p14:tracePt t="47389" x="9493250" y="5435600"/>
          <p14:tracePt t="47424" x="9478963" y="5435600"/>
          <p14:tracePt t="47458" x="9466263" y="5435600"/>
          <p14:tracePt t="47472" x="9453563" y="5435600"/>
          <p14:tracePt t="47492" x="9439275" y="5435600"/>
          <p14:tracePt t="47499" x="9426575" y="5435600"/>
          <p14:tracePt t="47506" x="9412288" y="5435600"/>
          <p14:tracePt t="47515" x="9385300" y="5448300"/>
          <p14:tracePt t="47532" x="9331325" y="5448300"/>
          <p14:tracePt t="47548" x="9251950" y="5448300"/>
          <p14:tracePt t="47565" x="9183688" y="5448300"/>
          <p14:tracePt t="47581" x="9131300" y="5448300"/>
          <p14:tracePt t="47598" x="9090025" y="5435600"/>
          <p14:tracePt t="47616" x="9077325" y="5421313"/>
          <p14:tracePt t="47631" x="9063038" y="5421313"/>
          <p14:tracePt t="47684" x="9063038" y="5435600"/>
          <p14:tracePt t="47691" x="9063038" y="5448300"/>
          <p14:tracePt t="47699" x="9077325" y="5448300"/>
          <p14:tracePt t="47718" x="9077325" y="5462588"/>
          <p14:tracePt t="47733" x="9090025" y="5462588"/>
          <p14:tracePt t="47748" x="9104313" y="5462588"/>
          <p14:tracePt t="47979" x="9063038" y="5462588"/>
          <p14:tracePt t="47986" x="8983663" y="5462588"/>
          <p14:tracePt t="47992" x="8888413" y="5448300"/>
          <p14:tracePt t="48002" x="8809038" y="5421313"/>
          <p14:tracePt t="48019" x="8713788" y="5395913"/>
          <p14:tracePt t="48035" x="8620125" y="5354638"/>
          <p14:tracePt t="48052" x="8566150" y="5327650"/>
          <p14:tracePt t="48068" x="8512175" y="5314950"/>
          <p14:tracePt t="48086" x="8459788" y="5287963"/>
          <p14:tracePt t="48103" x="8364538" y="5233988"/>
          <p14:tracePt t="48119" x="8324850" y="5194300"/>
          <p14:tracePt t="48135" x="8297863" y="5140325"/>
          <p14:tracePt t="48152" x="8285163" y="5113338"/>
          <p14:tracePt t="48169" x="8270875" y="5100638"/>
          <p14:tracePt t="48186" x="8270875" y="5086350"/>
          <p14:tracePt t="48301" x="8258175" y="5086350"/>
          <p14:tracePt t="48329" x="8243888" y="5073650"/>
          <p14:tracePt t="48336" x="8243888" y="5059363"/>
          <p14:tracePt t="48351" x="8231188" y="5059363"/>
          <p14:tracePt t="48369" x="8204200" y="5046663"/>
          <p14:tracePt t="48385" x="8177213" y="5032375"/>
          <p14:tracePt t="48404" x="8164513" y="5032375"/>
          <p14:tracePt t="48418" x="8150225" y="5032375"/>
          <p14:tracePt t="48435" x="8123238" y="5032375"/>
          <p14:tracePt t="48452" x="8110538" y="5046663"/>
          <p14:tracePt t="48480" x="8110538" y="5059363"/>
          <p14:tracePt t="48486" x="8110538" y="5073650"/>
          <p14:tracePt t="48502" x="8123238" y="5086350"/>
          <p14:tracePt t="48518" x="8123238" y="5113338"/>
          <p14:tracePt t="48535" x="8150225" y="5140325"/>
          <p14:tracePt t="48551" x="8164513" y="5153025"/>
          <p14:tracePt t="48569" x="8164513" y="5180013"/>
          <p14:tracePt t="48585" x="8177213" y="5180013"/>
          <p14:tracePt t="48637" x="8177213" y="5167313"/>
          <p14:tracePt t="48658" x="8177213" y="5153025"/>
          <p14:tracePt t="48685" x="8164513" y="5153025"/>
          <p14:tracePt t="48699" x="8150225" y="5153025"/>
          <p14:tracePt t="48726" x="8137525" y="5153025"/>
          <p14:tracePt t="48788" x="8150225" y="5153025"/>
          <p14:tracePt t="48803" x="8164513" y="5153025"/>
          <p14:tracePt t="48871" x="8164513" y="5140325"/>
          <p14:tracePt t="48885" x="8164513" y="5126038"/>
          <p14:tracePt t="48891" x="8164513" y="5113338"/>
          <p14:tracePt t="48901" x="8164513" y="5086350"/>
          <p14:tracePt t="48919" x="8164513" y="5046663"/>
          <p14:tracePt t="48935" x="8150225" y="5005388"/>
          <p14:tracePt t="48951" x="8137525" y="4938713"/>
          <p14:tracePt t="48968" x="8123238" y="4830763"/>
          <p14:tracePt t="48985" x="8110538" y="4737100"/>
          <p14:tracePt t="49001" x="8083550" y="4562475"/>
          <p14:tracePt t="49018" x="8056563" y="4456113"/>
          <p14:tracePt t="49035" x="8029575" y="4362450"/>
          <p14:tracePt t="49051" x="8029575" y="4321175"/>
          <p14:tracePt t="49069" x="8002588" y="4267200"/>
          <p14:tracePt t="49090" x="8002588" y="4254500"/>
          <p14:tracePt t="49101" x="8002588" y="4240213"/>
          <p14:tracePt t="49118" x="8002588" y="4214813"/>
          <p14:tracePt t="49138" x="8002588" y="4200525"/>
          <p14:tracePt t="49192" x="8002588" y="4214813"/>
          <p14:tracePt t="49199" x="8002588" y="4227513"/>
          <p14:tracePt t="49220" x="8002588" y="4240213"/>
          <p14:tracePt t="49227" x="7989888" y="4254500"/>
          <p14:tracePt t="49241" x="7989888" y="4267200"/>
          <p14:tracePt t="49251" x="7989888" y="4281488"/>
          <p14:tracePt t="49269" x="7989888" y="4308475"/>
          <p14:tracePt t="49284" x="7989888" y="4335463"/>
          <p14:tracePt t="49301" x="7989888" y="4362450"/>
          <p14:tracePt t="49318" x="8002588" y="4402138"/>
          <p14:tracePt t="49335" x="8002588" y="4414838"/>
          <p14:tracePt t="49351" x="8029575" y="4456113"/>
          <p14:tracePt t="49368" x="8042275" y="4468813"/>
          <p14:tracePt t="49385" x="8110538" y="4495800"/>
          <p14:tracePt t="49401" x="8204200" y="4495800"/>
          <p14:tracePt t="49418" x="8339138" y="4495800"/>
          <p14:tracePt t="49419" x="8405813" y="4495800"/>
          <p14:tracePt t="49434" x="8593138" y="4468813"/>
          <p14:tracePt t="49451" x="8674100" y="4429125"/>
          <p14:tracePt t="49467" x="8740775" y="4387850"/>
          <p14:tracePt t="49484" x="8767763" y="4362450"/>
          <p14:tracePt t="49501" x="8782050" y="4321175"/>
          <p14:tracePt t="49518" x="8782050" y="4294188"/>
          <p14:tracePt t="49534" x="8782050" y="4267200"/>
          <p14:tracePt t="49551" x="8782050" y="4254500"/>
          <p14:tracePt t="49567" x="8782050" y="4240213"/>
          <p14:tracePt t="49598" x="8782050" y="4254500"/>
          <p14:tracePt t="49604" x="8782050" y="4267200"/>
          <p14:tracePt t="49619" x="8782050" y="4308475"/>
          <p14:tracePt t="49634" x="8794750" y="4348163"/>
          <p14:tracePt t="49650" x="8794750" y="4402138"/>
          <p14:tracePt t="49667" x="8809038" y="4456113"/>
          <p14:tracePt t="49684" x="8821738" y="4468813"/>
          <p14:tracePt t="49701" x="8848725" y="4510088"/>
          <p14:tracePt t="49717" x="8861425" y="4522788"/>
          <p14:tracePt t="49735" x="8983663" y="4562475"/>
          <p14:tracePt t="49751" x="9063038" y="4562475"/>
          <p14:tracePt t="49768" x="9131300" y="4562475"/>
          <p14:tracePt t="49784" x="9224963" y="4522788"/>
          <p14:tracePt t="49801" x="9278938" y="4483100"/>
          <p14:tracePt t="49817" x="9331325" y="4414838"/>
          <p14:tracePt t="49834" x="9345613" y="4387850"/>
          <p14:tracePt t="49851" x="9345613" y="4362450"/>
          <p14:tracePt t="49867" x="9345613" y="4348163"/>
          <p14:tracePt t="49884" x="9345613" y="4321175"/>
          <p14:tracePt t="49900" x="9358313" y="4308475"/>
          <p14:tracePt t="49917" x="9358313" y="4294188"/>
          <p14:tracePt t="49934" x="9399588" y="4308475"/>
          <p14:tracePt t="49951" x="9412288" y="4335463"/>
          <p14:tracePt t="49968" x="9453563" y="4414838"/>
          <p14:tracePt t="49984" x="9478963" y="4468813"/>
          <p14:tracePt t="50000" x="9505950" y="4510088"/>
          <p14:tracePt t="50002" x="9520238" y="4535488"/>
          <p14:tracePt t="50017" x="9559925" y="4576763"/>
          <p14:tracePt t="50034" x="9586913" y="4589463"/>
          <p14:tracePt t="50051" x="9653588" y="4603750"/>
          <p14:tracePt t="50067" x="9721850" y="4603750"/>
          <p14:tracePt t="50084" x="9855200" y="4576763"/>
          <p14:tracePt t="50100" x="9963150" y="4549775"/>
          <p14:tracePt t="50117" x="10083800" y="4522788"/>
          <p14:tracePt t="50134" x="10204450" y="4495800"/>
          <p14:tracePt t="50150" x="10245725" y="4468813"/>
          <p14:tracePt t="50168" x="10258425" y="4456113"/>
          <p14:tracePt t="50184" x="10271125" y="4441825"/>
          <p14:tracePt t="50200" x="10271125" y="4429125"/>
          <p14:tracePt t="50228" x="10258425" y="4429125"/>
          <p14:tracePt t="50283" x="10258425" y="4441825"/>
          <p14:tracePt t="50358" x="10245725" y="4441825"/>
          <p14:tracePt t="50386" x="10231438" y="4441825"/>
          <p14:tracePt t="50427" x="10231438" y="4456113"/>
          <p14:tracePt t="50455" x="10231438" y="4468813"/>
          <p14:tracePt t="50607" x="10218738" y="4468813"/>
          <p14:tracePt t="50749" x="10218738" y="4483100"/>
          <p14:tracePt t="50763" x="10218738" y="4495800"/>
          <p14:tracePt t="50797" x="10218738" y="4510088"/>
          <p14:tracePt t="50811" x="10204450" y="4522788"/>
          <p14:tracePt t="50846" x="10191750" y="4522788"/>
          <p14:tracePt t="50859" x="10177463" y="4522788"/>
          <p14:tracePt t="50887" x="10164763" y="4522788"/>
          <p14:tracePt t="50893" x="10150475" y="4522788"/>
          <p14:tracePt t="50907" x="10137775" y="4522788"/>
          <p14:tracePt t="50921" x="10110788" y="4522788"/>
          <p14:tracePt t="50937" x="10071100" y="4522788"/>
          <p14:tracePt t="50954" x="9990138" y="4510088"/>
          <p14:tracePt t="50970" x="9923463" y="4483100"/>
          <p14:tracePt t="50987" x="9855200" y="4456113"/>
          <p14:tracePt t="51004" x="9721850" y="4441825"/>
          <p14:tracePt t="51020" x="9574213" y="4441825"/>
          <p14:tracePt t="51039" x="9156700" y="4468813"/>
          <p14:tracePt t="51054" x="8848725" y="4522788"/>
          <p14:tracePt t="51071" x="8566150" y="4535488"/>
          <p14:tracePt t="51073" x="8432800" y="4562475"/>
          <p14:tracePt t="51087" x="8189913" y="4576763"/>
          <p14:tracePt t="51103" x="8083550" y="4576763"/>
          <p14:tracePt t="51120" x="7989888" y="4576763"/>
          <p14:tracePt t="51137" x="7975600" y="4562475"/>
          <p14:tracePt t="51154" x="7948613" y="4549775"/>
          <p14:tracePt t="51175" x="7948613" y="4535488"/>
          <p14:tracePt t="51202" x="7962900" y="4535488"/>
          <p14:tracePt t="51208" x="7975600" y="4535488"/>
          <p14:tracePt t="51229" x="7989888" y="4535488"/>
          <p14:tracePt t="51237" x="8002588" y="4535488"/>
          <p14:tracePt t="51272" x="8016875" y="4535488"/>
          <p14:tracePt t="51284" x="8029575" y="4535488"/>
          <p14:tracePt t="51318" x="8042275" y="4535488"/>
          <p14:tracePt t="51470" x="8056563" y="4535488"/>
          <p14:tracePt t="51497" x="8069263" y="4535488"/>
          <p14:tracePt t="51504" x="8083550" y="4535488"/>
          <p14:tracePt t="51518" x="8096250" y="4535488"/>
          <p14:tracePt t="51524" x="8123238" y="4535488"/>
          <p14:tracePt t="51537" x="8216900" y="4522788"/>
          <p14:tracePt t="51554" x="8686800" y="4522788"/>
          <p14:tracePt t="51570" x="9090025" y="4522788"/>
          <p14:tracePt t="51587" x="9559925" y="4522788"/>
          <p14:tracePt t="51604" x="9694863" y="4535488"/>
          <p14:tracePt t="51621" x="9815513" y="4549775"/>
          <p14:tracePt t="51636" x="9869488" y="4576763"/>
          <p14:tracePt t="51654" x="9909175" y="4589463"/>
          <p14:tracePt t="51655" x="9923463" y="4589463"/>
          <p14:tracePt t="51670" x="9936163" y="4589463"/>
          <p14:tracePt t="51686" x="9948863" y="4589463"/>
          <p14:tracePt t="52738" x="9936163" y="4589463"/>
          <p14:tracePt t="52745" x="9882188" y="4562475"/>
          <p14:tracePt t="52751" x="9842500" y="4562475"/>
          <p14:tracePt t="52765" x="9748838" y="4535488"/>
          <p14:tracePt t="52782" x="9626600" y="4522788"/>
          <p14:tracePt t="52800" x="9505950" y="4510088"/>
          <p14:tracePt t="52815" x="9439275" y="4510088"/>
          <p14:tracePt t="52831" x="9385300" y="4522788"/>
          <p14:tracePt t="52849" x="9304338" y="4589463"/>
          <p14:tracePt t="52865" x="9237663" y="4643438"/>
          <p14:tracePt t="52882" x="9117013" y="4751388"/>
          <p14:tracePt t="52899" x="9036050" y="4791075"/>
          <p14:tracePt t="52915" x="8983663" y="4818063"/>
          <p14:tracePt t="52932" x="8942388" y="4830763"/>
          <p14:tracePt t="52948" x="8929688" y="4830763"/>
          <p14:tracePt t="52978" x="8929688" y="4818063"/>
          <p14:tracePt t="52985" x="8929688" y="4805363"/>
          <p14:tracePt t="52998" x="8929688" y="4791075"/>
          <p14:tracePt t="53014" x="8942388" y="4778375"/>
          <p14:tracePt t="53031" x="8983663" y="4751388"/>
          <p14:tracePt t="53048" x="8996363" y="4737100"/>
          <p14:tracePt t="53064" x="9009063" y="4724400"/>
          <p14:tracePt t="53081" x="9023350" y="4724400"/>
          <p14:tracePt t="53082" x="9036050" y="4724400"/>
          <p14:tracePt t="53157" x="9036050" y="4737100"/>
          <p14:tracePt t="53177" x="9023350" y="4751388"/>
          <p14:tracePt t="53191" x="9023350" y="4764088"/>
          <p14:tracePt t="53211" x="9009063" y="4764088"/>
          <p14:tracePt t="53226" x="8996363" y="4778375"/>
          <p14:tracePt t="53259" x="8983663" y="4778375"/>
          <p14:tracePt t="53273" x="8969375" y="4778375"/>
          <p14:tracePt t="53300" x="8956675" y="4778375"/>
          <p14:tracePt t="53377" x="8956675" y="4791075"/>
          <p14:tracePt t="53499" x="8956675" y="4805363"/>
          <p14:tracePt t="53520" x="8956675" y="4818063"/>
          <p14:tracePt t="53526" x="8942388" y="4818063"/>
          <p14:tracePt t="53637" x="8929688" y="4818063"/>
          <p14:tracePt t="53657" x="8929688" y="4830763"/>
          <p14:tracePt t="54377" x="8875713" y="4630738"/>
          <p14:tracePt t="54383" x="8809038" y="4429125"/>
          <p14:tracePt t="54391" x="8713788" y="4321175"/>
          <p14:tracePt t="54405" x="8607425" y="4200525"/>
          <p14:tracePt t="54422" x="8526463" y="4160838"/>
          <p14:tracePt t="54439" x="8432800" y="4146550"/>
          <p14:tracePt t="54455" x="8364538" y="4146550"/>
          <p14:tracePt t="54474" x="8258175" y="4133850"/>
          <p14:tracePt t="54488" x="8164513" y="4133850"/>
          <p14:tracePt t="54505" x="8110538" y="4146550"/>
          <p14:tracePt t="54521" x="8056563" y="4200525"/>
          <p14:tracePt t="54538" x="8042275" y="4267200"/>
          <p14:tracePt t="54556" x="8056563" y="4402138"/>
          <p14:tracePt t="54572" x="8096250" y="4495800"/>
          <p14:tracePt t="54588" x="8110538" y="4549775"/>
          <p14:tracePt t="54605" x="8189913" y="4630738"/>
          <p14:tracePt t="54622" x="8312150" y="4710113"/>
          <p14:tracePt t="54624" x="8432800" y="4751388"/>
          <p14:tracePt t="54638" x="8713788" y="4857750"/>
          <p14:tracePt t="54656" x="9023350" y="4911725"/>
          <p14:tracePt t="54672" x="9251950" y="4899025"/>
          <p14:tracePt t="54689" x="9318625" y="4857750"/>
          <p14:tracePt t="54705" x="9385300" y="4791075"/>
          <p14:tracePt t="54722" x="9412288" y="4683125"/>
          <p14:tracePt t="54738" x="9412288" y="4603750"/>
          <p14:tracePt t="54755" x="9358313" y="4483100"/>
          <p14:tracePt t="54772" x="9291638" y="4402138"/>
          <p14:tracePt t="54789" x="9156700" y="4281488"/>
          <p14:tracePt t="54806" x="9050338" y="4214813"/>
          <p14:tracePt t="54822" x="8942388" y="4200525"/>
          <p14:tracePt t="54823" x="8888413" y="4200525"/>
          <p14:tracePt t="54838" x="8821738" y="4227513"/>
          <p14:tracePt t="54838" x="8782050" y="4267200"/>
          <p14:tracePt t="54855" x="8647113" y="4362450"/>
          <p14:tracePt t="54872" x="8499475" y="4657725"/>
          <p14:tracePt t="54888" x="8459788" y="4818063"/>
          <p14:tracePt t="54907" x="8486775" y="4953000"/>
          <p14:tracePt t="54921" x="8526463" y="5019675"/>
          <p14:tracePt t="54938" x="8593138" y="5046663"/>
          <p14:tracePt t="54955" x="8782050" y="5086350"/>
          <p14:tracePt t="54971" x="9036050" y="5086350"/>
          <p14:tracePt t="54988" x="9426575" y="5032375"/>
          <p14:tracePt t="55005" x="9574213" y="4992688"/>
          <p14:tracePt t="55023" x="9653588" y="4938713"/>
          <p14:tracePt t="55038" x="9680575" y="4872038"/>
          <p14:tracePt t="55054" x="9694863" y="4818063"/>
          <p14:tracePt t="55072" x="9601200" y="4562475"/>
          <p14:tracePt t="55088" x="9426575" y="4281488"/>
          <p14:tracePt t="55104" x="9131300" y="4013200"/>
          <p14:tracePt t="55121" x="9009063" y="3971925"/>
          <p14:tracePt t="55138" x="8861425" y="4013200"/>
          <p14:tracePt t="55154" x="8767763" y="4092575"/>
          <p14:tracePt t="55171" x="8701088" y="4200525"/>
          <p14:tracePt t="55188" x="8647113" y="4335463"/>
          <p14:tracePt t="55204" x="8647113" y="4402138"/>
          <p14:tracePt t="55221" x="8647113" y="4441825"/>
          <p14:tracePt t="55238" x="8674100" y="4441825"/>
          <p14:tracePt t="55254" x="8686800" y="4441825"/>
          <p14:tracePt t="55271" x="8701088" y="4441825"/>
          <p14:tracePt t="55296" x="8701088" y="4429125"/>
          <p14:tracePt t="55310" x="8701088" y="4414838"/>
          <p14:tracePt t="55577" x="8701088" y="4456113"/>
          <p14:tracePt t="55584" x="8701088" y="4495800"/>
          <p14:tracePt t="55592" x="8701088" y="4562475"/>
          <p14:tracePt t="55608" x="8634413" y="4751388"/>
          <p14:tracePt t="55626" x="8418513" y="5207000"/>
          <p14:tracePt t="55641" x="8243888" y="5462588"/>
          <p14:tracePt t="55658" x="8083550" y="5703888"/>
          <p14:tracePt t="55659" x="8016875" y="5784850"/>
          <p14:tracePt t="55675" x="7881938" y="5878513"/>
          <p14:tracePt t="55692" x="7773988" y="5932488"/>
          <p14:tracePt t="55708" x="7586663" y="5972175"/>
          <p14:tracePt t="55725" x="7372350" y="5984875"/>
          <p14:tracePt t="55741" x="6875463" y="5972175"/>
          <p14:tracePt t="55758" x="6176963" y="5984875"/>
          <p14:tracePt t="55775" x="5330825" y="6011863"/>
          <p14:tracePt t="55791" x="4108450" y="5945188"/>
          <p14:tracePt t="55808" x="3436938" y="5811838"/>
          <p14:tracePt t="55825" x="2713038" y="5489575"/>
          <p14:tracePt t="55841" x="2403475" y="5221288"/>
          <p14:tracePt t="55859" x="2201863" y="4899025"/>
          <p14:tracePt t="55875" x="2162175" y="4791075"/>
          <p14:tracePt t="55891" x="2147888" y="4737100"/>
          <p14:tracePt t="55908" x="2147888" y="4724400"/>
          <p14:tracePt t="55925" x="2174875" y="4710113"/>
          <p14:tracePt t="55942" x="2201863" y="4724400"/>
          <p14:tracePt t="55958" x="2216150" y="4737100"/>
          <p14:tracePt t="55975" x="2243138" y="4778375"/>
          <p14:tracePt t="56147" x="2268538" y="4616450"/>
          <p14:tracePt t="56154" x="2363788" y="4106863"/>
          <p14:tracePt t="56167" x="2725738" y="2268538"/>
          <p14:tracePt t="56183" x="3141663" y="282575"/>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32753-29AD-91C9-4DCC-1DF1D01DA2DC}"/>
              </a:ext>
            </a:extLst>
          </p:cNvPr>
          <p:cNvSpPr>
            <a:spLocks noGrp="1"/>
          </p:cNvSpPr>
          <p:nvPr>
            <p:ph type="title"/>
          </p:nvPr>
        </p:nvSpPr>
        <p:spPr>
          <a:xfrm>
            <a:off x="581191" y="492301"/>
            <a:ext cx="11029616" cy="1013800"/>
          </a:xfrm>
        </p:spPr>
        <p:txBody>
          <a:bodyPr/>
          <a:lstStyle/>
          <a:p>
            <a:r>
              <a:rPr lang="en-GB"/>
              <a:t>CPU | </a:t>
            </a:r>
            <a:r>
              <a:rPr lang="en-GB" err="1"/>
              <a:t>Hasardhåndtering</a:t>
            </a:r>
            <a:endParaRPr lang="nn-NO"/>
          </a:p>
        </p:txBody>
      </p:sp>
      <p:sp>
        <p:nvSpPr>
          <p:cNvPr id="3" name="Content Placeholder 2">
            <a:extLst>
              <a:ext uri="{FF2B5EF4-FFF2-40B4-BE49-F238E27FC236}">
                <a16:creationId xmlns:a16="http://schemas.microsoft.com/office/drawing/2014/main" id="{F3B8B274-A81F-33D4-991C-E46E5ABB9B8B}"/>
              </a:ext>
            </a:extLst>
          </p:cNvPr>
          <p:cNvSpPr>
            <a:spLocks noGrp="1"/>
          </p:cNvSpPr>
          <p:nvPr>
            <p:ph idx="1"/>
          </p:nvPr>
        </p:nvSpPr>
        <p:spPr/>
        <p:txBody>
          <a:bodyPr>
            <a:normAutofit/>
          </a:bodyPr>
          <a:lstStyle/>
          <a:p>
            <a:r>
              <a:rPr lang="en-GB" sz="2200" err="1"/>
              <a:t>Strukturell</a:t>
            </a:r>
            <a:r>
              <a:rPr lang="en-GB" sz="2200"/>
              <a:t> </a:t>
            </a:r>
            <a:r>
              <a:rPr lang="en-GB" sz="2200" err="1"/>
              <a:t>hasard</a:t>
            </a:r>
            <a:r>
              <a:rPr lang="en-GB" sz="2200"/>
              <a:t>: = </a:t>
            </a:r>
            <a:r>
              <a:rPr lang="en-GB" sz="2200" err="1"/>
              <a:t>Flere</a:t>
            </a:r>
            <a:r>
              <a:rPr lang="en-GB" sz="2200"/>
              <a:t> </a:t>
            </a:r>
            <a:r>
              <a:rPr lang="en-GB" sz="2200" err="1"/>
              <a:t>instruksjoner</a:t>
            </a:r>
            <a:r>
              <a:rPr lang="en-GB" sz="2200"/>
              <a:t> </a:t>
            </a:r>
            <a:r>
              <a:rPr lang="en-GB" sz="2200" err="1"/>
              <a:t>trenger</a:t>
            </a:r>
            <a:r>
              <a:rPr lang="en-GB" sz="2200"/>
              <a:t> </a:t>
            </a:r>
            <a:r>
              <a:rPr lang="en-GB" sz="2200" err="1"/>
              <a:t>samme</a:t>
            </a:r>
            <a:r>
              <a:rPr lang="en-GB" sz="2200"/>
              <a:t> </a:t>
            </a:r>
            <a:r>
              <a:rPr lang="en-GB" sz="2200" err="1"/>
              <a:t>ressurs</a:t>
            </a:r>
            <a:r>
              <a:rPr lang="en-GB" sz="2200"/>
              <a:t> </a:t>
            </a:r>
            <a:r>
              <a:rPr lang="en-GB" sz="2200" err="1"/>
              <a:t>samtidig</a:t>
            </a:r>
            <a:endParaRPr lang="en-GB" sz="2200"/>
          </a:p>
          <a:p>
            <a:r>
              <a:rPr lang="en-GB" sz="2200"/>
              <a:t>Data-</a:t>
            </a:r>
            <a:r>
              <a:rPr lang="en-GB" sz="2200" err="1"/>
              <a:t>hasard</a:t>
            </a:r>
            <a:r>
              <a:rPr lang="en-GB" sz="2200"/>
              <a:t> = </a:t>
            </a:r>
            <a:r>
              <a:rPr lang="en-GB" sz="2200" err="1"/>
              <a:t>Instruksjon</a:t>
            </a:r>
            <a:r>
              <a:rPr lang="en-GB" sz="2200"/>
              <a:t> </a:t>
            </a:r>
            <a:r>
              <a:rPr lang="en-GB" sz="2200" err="1"/>
              <a:t>skal</a:t>
            </a:r>
            <a:r>
              <a:rPr lang="en-GB" sz="2200"/>
              <a:t> </a:t>
            </a:r>
            <a:r>
              <a:rPr lang="en-GB" sz="2200" err="1"/>
              <a:t>hente</a:t>
            </a:r>
            <a:r>
              <a:rPr lang="en-GB" sz="2200"/>
              <a:t> </a:t>
            </a:r>
            <a:r>
              <a:rPr lang="en-GB" sz="2200" err="1"/>
              <a:t>resultatet</a:t>
            </a:r>
            <a:r>
              <a:rPr lang="en-GB" sz="2200"/>
              <a:t> </a:t>
            </a:r>
            <a:r>
              <a:rPr lang="en-GB" sz="2200" err="1"/>
              <a:t>fra</a:t>
            </a:r>
            <a:r>
              <a:rPr lang="en-GB" sz="2200"/>
              <a:t> </a:t>
            </a:r>
            <a:r>
              <a:rPr lang="en-GB" sz="2200" err="1"/>
              <a:t>en</a:t>
            </a:r>
            <a:r>
              <a:rPr lang="en-GB" sz="2200"/>
              <a:t> </a:t>
            </a:r>
            <a:r>
              <a:rPr lang="en-GB" sz="2200" err="1"/>
              <a:t>annen</a:t>
            </a:r>
            <a:r>
              <a:rPr lang="en-GB" sz="2200"/>
              <a:t> </a:t>
            </a:r>
            <a:r>
              <a:rPr lang="en-GB" sz="2200" err="1"/>
              <a:t>instruksjon</a:t>
            </a:r>
            <a:r>
              <a:rPr lang="en-GB" sz="2200"/>
              <a:t> </a:t>
            </a:r>
            <a:r>
              <a:rPr lang="en-GB" sz="2200" err="1"/>
              <a:t>som</a:t>
            </a:r>
            <a:r>
              <a:rPr lang="en-GB" sz="2200"/>
              <a:t> </a:t>
            </a:r>
            <a:r>
              <a:rPr lang="en-GB" sz="2200" err="1"/>
              <a:t>ikke</a:t>
            </a:r>
            <a:r>
              <a:rPr lang="en-GB" sz="2200"/>
              <a:t> </a:t>
            </a:r>
            <a:r>
              <a:rPr lang="en-GB" sz="2200" err="1"/>
              <a:t>har</a:t>
            </a:r>
            <a:r>
              <a:rPr lang="en-GB" sz="2200"/>
              <a:t> </a:t>
            </a:r>
            <a:r>
              <a:rPr lang="en-GB" sz="2200" err="1"/>
              <a:t>resultat</a:t>
            </a:r>
            <a:endParaRPr lang="en-GB" sz="2200"/>
          </a:p>
          <a:p>
            <a:r>
              <a:rPr lang="en-GB" sz="2200" err="1"/>
              <a:t>Kontroll-hasard</a:t>
            </a:r>
            <a:r>
              <a:rPr lang="en-GB" sz="2200"/>
              <a:t>: = </a:t>
            </a:r>
            <a:r>
              <a:rPr lang="en-GB" sz="2200" err="1"/>
              <a:t>Hvilken</a:t>
            </a:r>
            <a:r>
              <a:rPr lang="en-GB" sz="2200"/>
              <a:t> </a:t>
            </a:r>
            <a:r>
              <a:rPr lang="en-GB" sz="2200" err="1"/>
              <a:t>instruksjon</a:t>
            </a:r>
            <a:r>
              <a:rPr lang="en-GB" sz="2200"/>
              <a:t> </a:t>
            </a:r>
            <a:r>
              <a:rPr lang="en-GB" sz="2200" err="1"/>
              <a:t>som</a:t>
            </a:r>
            <a:r>
              <a:rPr lang="en-GB" sz="2200"/>
              <a:t> </a:t>
            </a:r>
            <a:r>
              <a:rPr lang="en-GB" sz="2200" err="1"/>
              <a:t>skal</a:t>
            </a:r>
            <a:r>
              <a:rPr lang="en-GB" sz="2200"/>
              <a:t> </a:t>
            </a:r>
            <a:r>
              <a:rPr lang="en-GB" sz="2200" err="1"/>
              <a:t>hentes</a:t>
            </a:r>
            <a:r>
              <a:rPr lang="en-GB" sz="2200"/>
              <a:t> </a:t>
            </a:r>
            <a:r>
              <a:rPr lang="en-GB" sz="2200" err="1"/>
              <a:t>blir</a:t>
            </a:r>
            <a:r>
              <a:rPr lang="en-GB" sz="2200"/>
              <a:t> </a:t>
            </a:r>
            <a:r>
              <a:rPr lang="en-GB" sz="2200" err="1"/>
              <a:t>bestemt</a:t>
            </a:r>
            <a:r>
              <a:rPr lang="en-GB" sz="2200"/>
              <a:t> </a:t>
            </a:r>
            <a:r>
              <a:rPr lang="en-GB" sz="2200" err="1"/>
              <a:t>av</a:t>
            </a:r>
            <a:r>
              <a:rPr lang="en-GB" sz="2200"/>
              <a:t> </a:t>
            </a:r>
            <a:r>
              <a:rPr lang="en-GB" sz="2200" err="1"/>
              <a:t>en</a:t>
            </a:r>
            <a:r>
              <a:rPr lang="en-GB" sz="2200"/>
              <a:t> </a:t>
            </a:r>
            <a:r>
              <a:rPr lang="en-GB" sz="2200" err="1"/>
              <a:t>instruksjon</a:t>
            </a:r>
            <a:r>
              <a:rPr lang="en-GB" sz="2200"/>
              <a:t> </a:t>
            </a:r>
            <a:r>
              <a:rPr lang="en-GB" sz="2200" err="1"/>
              <a:t>som</a:t>
            </a:r>
            <a:r>
              <a:rPr lang="en-GB" sz="2200"/>
              <a:t> </a:t>
            </a:r>
            <a:r>
              <a:rPr lang="en-GB" sz="2200" err="1"/>
              <a:t>enda</a:t>
            </a:r>
            <a:r>
              <a:rPr lang="en-GB" sz="2200"/>
              <a:t> </a:t>
            </a:r>
            <a:r>
              <a:rPr lang="en-GB" sz="2200" err="1"/>
              <a:t>ikke</a:t>
            </a:r>
            <a:r>
              <a:rPr lang="en-GB" sz="2200"/>
              <a:t> </a:t>
            </a:r>
            <a:r>
              <a:rPr lang="en-GB" sz="2200" err="1"/>
              <a:t>har</a:t>
            </a:r>
            <a:r>
              <a:rPr lang="en-GB" sz="2200"/>
              <a:t> </a:t>
            </a:r>
            <a:r>
              <a:rPr lang="en-GB" sz="2200" err="1"/>
              <a:t>blitt</a:t>
            </a:r>
            <a:r>
              <a:rPr lang="en-GB" sz="2200"/>
              <a:t> </a:t>
            </a:r>
            <a:r>
              <a:rPr lang="en-GB" sz="2200" err="1"/>
              <a:t>utført</a:t>
            </a:r>
            <a:r>
              <a:rPr lang="en-GB" sz="2200"/>
              <a:t>.</a:t>
            </a:r>
          </a:p>
          <a:p>
            <a:r>
              <a:rPr lang="en-GB" sz="2200" err="1"/>
              <a:t>Maskinvaren</a:t>
            </a:r>
            <a:r>
              <a:rPr lang="en-GB" sz="2200"/>
              <a:t> er </a:t>
            </a:r>
            <a:r>
              <a:rPr lang="en-GB" sz="2200" err="1"/>
              <a:t>ansvarlig</a:t>
            </a:r>
            <a:r>
              <a:rPr lang="en-GB" sz="2200"/>
              <a:t> for å </a:t>
            </a:r>
            <a:r>
              <a:rPr lang="en-GB" sz="2200" err="1"/>
              <a:t>unngå</a:t>
            </a:r>
            <a:r>
              <a:rPr lang="en-GB" sz="2200"/>
              <a:t> utføringsfeil</a:t>
            </a:r>
          </a:p>
          <a:p>
            <a:r>
              <a:rPr lang="nn-NO" sz="2200"/>
              <a:t>(Rosvold, 2025)</a:t>
            </a:r>
            <a:endParaRPr lang="en-GB" sz="2200"/>
          </a:p>
        </p:txBody>
      </p:sp>
      <p:pic>
        <p:nvPicPr>
          <p:cNvPr id="14" name="Audio 13">
            <a:hlinkClick r:id="" action="ppaction://media"/>
            <a:extLst>
              <a:ext uri="{FF2B5EF4-FFF2-40B4-BE49-F238E27FC236}">
                <a16:creationId xmlns:a16="http://schemas.microsoft.com/office/drawing/2014/main" id="{1B73980E-9ABD-98AE-CF67-C5A1AA2ABD0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70259349"/>
      </p:ext>
    </p:extLst>
  </p:cSld>
  <p:clrMapOvr>
    <a:masterClrMapping/>
  </p:clrMapOvr>
  <mc:AlternateContent xmlns:mc="http://schemas.openxmlformats.org/markup-compatibility/2006" xmlns:p14="http://schemas.microsoft.com/office/powerpoint/2010/main">
    <mc:Choice Requires="p14">
      <p:transition spd="slow" p14:dur="2000" advTm="55041"/>
    </mc:Choice>
    <mc:Fallback xmlns="">
      <p:transition spd="slow" advTm="550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extLst>
    <p:ext uri="{3A86A75C-4F4B-4683-9AE1-C65F6400EC91}">
      <p14:laserTraceLst xmlns:p14="http://schemas.microsoft.com/office/powerpoint/2010/main">
        <p14:tracePtLst>
          <p14:tracePt t="1066" x="10541000" y="39688"/>
          <p14:tracePt t="1083" x="10541000" y="53975"/>
          <p14:tracePt t="1099" x="10553700" y="80963"/>
          <p14:tracePt t="1116" x="10580688" y="93663"/>
          <p14:tracePt t="1132" x="10580688" y="107950"/>
          <p14:tracePt t="1149" x="10607675" y="107950"/>
          <p14:tracePt t="1166" x="10620375" y="107950"/>
          <p14:tracePt t="1182" x="10647363" y="107950"/>
          <p14:tracePt t="1199" x="10661650" y="107950"/>
          <p14:tracePt t="1216" x="10688638" y="107950"/>
          <p14:tracePt t="1218" x="10701338" y="107950"/>
          <p14:tracePt t="1232" x="10728325" y="120650"/>
          <p14:tracePt t="1249" x="10795000" y="134938"/>
          <p14:tracePt t="1265" x="10929938" y="174625"/>
          <p14:tracePt t="1282" x="11023600" y="174625"/>
          <p14:tracePt t="1299" x="11117263" y="187325"/>
          <p14:tracePt t="1315" x="11198225" y="201613"/>
          <p14:tracePt t="1333" x="11279188" y="201613"/>
          <p14:tracePt t="1349" x="11372850" y="187325"/>
          <p14:tracePt t="1366" x="11493500" y="107950"/>
          <p14:tracePt t="1382" x="11655425" y="12700"/>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063F0-0447-FC5B-F2C5-617AB5DBB153}"/>
              </a:ext>
            </a:extLst>
          </p:cNvPr>
          <p:cNvSpPr>
            <a:spLocks noGrp="1"/>
          </p:cNvSpPr>
          <p:nvPr>
            <p:ph type="title"/>
          </p:nvPr>
        </p:nvSpPr>
        <p:spPr/>
        <p:txBody>
          <a:bodyPr/>
          <a:lstStyle/>
          <a:p>
            <a:r>
              <a:rPr lang="en-US" dirty="0"/>
              <a:t>GPU (Graphics processing unit)</a:t>
            </a:r>
          </a:p>
        </p:txBody>
      </p:sp>
      <p:sp>
        <p:nvSpPr>
          <p:cNvPr id="3" name="Content Placeholder 2">
            <a:extLst>
              <a:ext uri="{FF2B5EF4-FFF2-40B4-BE49-F238E27FC236}">
                <a16:creationId xmlns:a16="http://schemas.microsoft.com/office/drawing/2014/main" id="{FF79FCAF-7008-916F-6790-2646BBBE1F41}"/>
              </a:ext>
            </a:extLst>
          </p:cNvPr>
          <p:cNvSpPr>
            <a:spLocks noGrp="1"/>
          </p:cNvSpPr>
          <p:nvPr>
            <p:ph idx="1"/>
          </p:nvPr>
        </p:nvSpPr>
        <p:spPr>
          <a:xfrm>
            <a:off x="581193" y="2180496"/>
            <a:ext cx="5514807" cy="3678303"/>
          </a:xfrm>
        </p:spPr>
        <p:txBody>
          <a:bodyPr>
            <a:normAutofit fontScale="92500" lnSpcReduction="10000"/>
          </a:bodyPr>
          <a:lstStyle/>
          <a:p>
            <a:pPr lvl="0" fontAlgn="base"/>
            <a:r>
              <a:rPr lang="en-US" dirty="0" err="1"/>
              <a:t>Spesialisert</a:t>
            </a:r>
            <a:r>
              <a:rPr lang="en-US" dirty="0"/>
              <a:t> </a:t>
            </a:r>
            <a:r>
              <a:rPr lang="en-US" dirty="0" err="1"/>
              <a:t>mikroprosessor</a:t>
            </a:r>
            <a:r>
              <a:rPr lang="en-US" dirty="0"/>
              <a:t>, </a:t>
            </a:r>
            <a:r>
              <a:rPr lang="en-US" dirty="0" err="1"/>
              <a:t>grafikkprossesering</a:t>
            </a:r>
            <a:r>
              <a:rPr lang="en-US" dirty="0"/>
              <a:t> </a:t>
            </a:r>
            <a:r>
              <a:rPr lang="en-US" dirty="0" err="1"/>
              <a:t>og</a:t>
            </a:r>
            <a:r>
              <a:rPr lang="en-US" dirty="0"/>
              <a:t> </a:t>
            </a:r>
            <a:r>
              <a:rPr lang="en-US" dirty="0" err="1"/>
              <a:t>høyytelsesbergninger</a:t>
            </a:r>
            <a:r>
              <a:rPr lang="en-US" dirty="0"/>
              <a:t> (</a:t>
            </a:r>
            <a:r>
              <a:rPr lang="en-US" dirty="0" err="1"/>
              <a:t>fagfelt</a:t>
            </a:r>
            <a:r>
              <a:rPr lang="en-US" dirty="0"/>
              <a:t> </a:t>
            </a:r>
            <a:r>
              <a:rPr lang="en-US" dirty="0" err="1"/>
              <a:t>innen</a:t>
            </a:r>
            <a:r>
              <a:rPr lang="en-US" dirty="0"/>
              <a:t> </a:t>
            </a:r>
            <a:r>
              <a:rPr lang="en-US" dirty="0" err="1"/>
              <a:t>informasjonsteknologi</a:t>
            </a:r>
            <a:r>
              <a:rPr lang="en-US" dirty="0"/>
              <a:t> )(Elster, </a:t>
            </a:r>
            <a:r>
              <a:rPr lang="en-US" dirty="0" err="1"/>
              <a:t>Snl</a:t>
            </a:r>
            <a:r>
              <a:rPr lang="en-US" dirty="0"/>
              <a:t>, 2026) .​</a:t>
            </a:r>
          </a:p>
          <a:p>
            <a:pPr lvl="0" fontAlgn="base"/>
            <a:r>
              <a:rPr lang="en-US" dirty="0"/>
              <a:t> </a:t>
            </a:r>
            <a:r>
              <a:rPr lang="en-US" dirty="0" err="1"/>
              <a:t>Mobiltelefoner</a:t>
            </a:r>
            <a:r>
              <a:rPr lang="en-US" dirty="0"/>
              <a:t>, </a:t>
            </a:r>
            <a:r>
              <a:rPr lang="en-US" dirty="0" err="1"/>
              <a:t>spillkonsoller</a:t>
            </a:r>
            <a:r>
              <a:rPr lang="en-US" dirty="0"/>
              <a:t>, </a:t>
            </a:r>
            <a:r>
              <a:rPr lang="en-US" dirty="0" err="1"/>
              <a:t>arbeidsstasjoner</a:t>
            </a:r>
            <a:r>
              <a:rPr lang="en-US" dirty="0"/>
              <a:t> (Elster, 2026)​ </a:t>
            </a:r>
          </a:p>
          <a:p>
            <a:pPr lvl="0" fontAlgn="base"/>
            <a:r>
              <a:rPr lang="en-US" dirty="0"/>
              <a:t>GPU </a:t>
            </a:r>
            <a:r>
              <a:rPr lang="en-US" dirty="0" err="1"/>
              <a:t>bygget</a:t>
            </a:r>
            <a:r>
              <a:rPr lang="en-US" dirty="0"/>
              <a:t> inn </a:t>
            </a:r>
            <a:r>
              <a:rPr lang="en-US" dirty="0" err="1"/>
              <a:t>i</a:t>
            </a:r>
            <a:r>
              <a:rPr lang="en-US" dirty="0"/>
              <a:t> CPU​</a:t>
            </a:r>
          </a:p>
          <a:p>
            <a:pPr lvl="0" fontAlgn="base"/>
            <a:r>
              <a:rPr lang="en-US" dirty="0"/>
              <a:t>Ikke like </a:t>
            </a:r>
            <a:r>
              <a:rPr lang="en-US" dirty="0" err="1"/>
              <a:t>kraftig</a:t>
            </a:r>
            <a:r>
              <a:rPr lang="en-US" dirty="0"/>
              <a:t> </a:t>
            </a:r>
            <a:r>
              <a:rPr lang="en-US" dirty="0" err="1"/>
              <a:t>som</a:t>
            </a:r>
            <a:r>
              <a:rPr lang="en-US" dirty="0"/>
              <a:t> </a:t>
            </a:r>
            <a:r>
              <a:rPr lang="en-US" dirty="0" err="1"/>
              <a:t>grafikk-kort</a:t>
            </a:r>
            <a:r>
              <a:rPr lang="en-US" dirty="0"/>
              <a:t>, men </a:t>
            </a:r>
            <a:r>
              <a:rPr lang="en-US" dirty="0" err="1"/>
              <a:t>godt</a:t>
            </a:r>
            <a:r>
              <a:rPr lang="en-US" dirty="0"/>
              <a:t> </a:t>
            </a:r>
            <a:r>
              <a:rPr lang="en-US" dirty="0" err="1"/>
              <a:t>nok</a:t>
            </a:r>
            <a:r>
              <a:rPr lang="en-US" dirty="0"/>
              <a:t> for </a:t>
            </a:r>
            <a:r>
              <a:rPr lang="en-US" dirty="0" err="1"/>
              <a:t>kontorarbeid</a:t>
            </a:r>
            <a:r>
              <a:rPr lang="en-US" dirty="0"/>
              <a:t> (Rosvold, Moderne </a:t>
            </a:r>
            <a:r>
              <a:rPr lang="en-US" dirty="0" err="1"/>
              <a:t>prosessorarkitektur</a:t>
            </a:r>
            <a:r>
              <a:rPr lang="en-US" dirty="0"/>
              <a:t>, 2022)​</a:t>
            </a:r>
          </a:p>
          <a:p>
            <a:pPr lvl="0" fontAlgn="base"/>
            <a:r>
              <a:rPr lang="en-US" dirty="0"/>
              <a:t>Styrke: </a:t>
            </a:r>
            <a:r>
              <a:rPr lang="en-US" dirty="0" err="1"/>
              <a:t>høy</a:t>
            </a:r>
            <a:r>
              <a:rPr lang="en-US" dirty="0"/>
              <a:t> </a:t>
            </a:r>
            <a:r>
              <a:rPr lang="en-US" dirty="0" err="1"/>
              <a:t>antall</a:t>
            </a:r>
            <a:r>
              <a:rPr lang="en-US" dirty="0"/>
              <a:t> </a:t>
            </a:r>
            <a:r>
              <a:rPr lang="en-US" dirty="0" err="1"/>
              <a:t>kjerner</a:t>
            </a:r>
            <a:r>
              <a:rPr lang="en-US" dirty="0"/>
              <a:t> </a:t>
            </a:r>
            <a:r>
              <a:rPr lang="en-US" dirty="0" err="1"/>
              <a:t>spesialisert</a:t>
            </a:r>
            <a:r>
              <a:rPr lang="en-US" dirty="0"/>
              <a:t> for </a:t>
            </a:r>
            <a:r>
              <a:rPr lang="en-US" dirty="0" err="1"/>
              <a:t>parallellhandling</a:t>
            </a:r>
            <a:r>
              <a:rPr lang="en-US" dirty="0"/>
              <a:t>​</a:t>
            </a:r>
          </a:p>
          <a:p>
            <a:pPr lvl="0" fontAlgn="base"/>
            <a:r>
              <a:rPr lang="en-US" dirty="0" err="1"/>
              <a:t>Maskinlæring</a:t>
            </a:r>
            <a:r>
              <a:rPr lang="en-US" dirty="0"/>
              <a:t>, </a:t>
            </a:r>
            <a:r>
              <a:rPr lang="en-US" dirty="0" err="1"/>
              <a:t>kunstig</a:t>
            </a:r>
            <a:r>
              <a:rPr lang="en-US" dirty="0"/>
              <a:t> </a:t>
            </a:r>
            <a:r>
              <a:rPr lang="en-US" dirty="0" err="1"/>
              <a:t>intelligens</a:t>
            </a:r>
            <a:r>
              <a:rPr lang="en-US" dirty="0"/>
              <a:t> </a:t>
            </a:r>
            <a:r>
              <a:rPr lang="en-US" dirty="0" err="1"/>
              <a:t>og</a:t>
            </a:r>
            <a:r>
              <a:rPr lang="en-US" dirty="0"/>
              <a:t> </a:t>
            </a:r>
            <a:r>
              <a:rPr lang="en-US" dirty="0" err="1"/>
              <a:t>dyp</a:t>
            </a:r>
            <a:r>
              <a:rPr lang="en-US" dirty="0"/>
              <a:t> </a:t>
            </a:r>
            <a:r>
              <a:rPr lang="en-US" dirty="0" err="1"/>
              <a:t>læring</a:t>
            </a:r>
            <a:r>
              <a:rPr lang="en-US" dirty="0"/>
              <a:t>​</a:t>
            </a:r>
          </a:p>
          <a:p>
            <a:pPr lvl="0" fontAlgn="base"/>
            <a:r>
              <a:rPr lang="en-US" dirty="0" err="1"/>
              <a:t>Behandle</a:t>
            </a:r>
            <a:r>
              <a:rPr lang="en-US" dirty="0"/>
              <a:t> store </a:t>
            </a:r>
            <a:r>
              <a:rPr lang="en-US" dirty="0" err="1"/>
              <a:t>mengder</a:t>
            </a:r>
            <a:r>
              <a:rPr lang="en-US" dirty="0"/>
              <a:t> data, </a:t>
            </a:r>
            <a:r>
              <a:rPr lang="en-US" dirty="0" err="1"/>
              <a:t>kompliserte</a:t>
            </a:r>
            <a:r>
              <a:rPr lang="en-US" dirty="0"/>
              <a:t> </a:t>
            </a:r>
            <a:r>
              <a:rPr lang="en-US" dirty="0" err="1"/>
              <a:t>beregninger</a:t>
            </a:r>
            <a:r>
              <a:rPr lang="en-US" dirty="0"/>
              <a:t>​</a:t>
            </a:r>
          </a:p>
        </p:txBody>
      </p:sp>
      <p:sp>
        <p:nvSpPr>
          <p:cNvPr id="5" name="TextBox 4">
            <a:extLst>
              <a:ext uri="{FF2B5EF4-FFF2-40B4-BE49-F238E27FC236}">
                <a16:creationId xmlns:a16="http://schemas.microsoft.com/office/drawing/2014/main" id="{F0905025-E5F9-BA6E-ECCB-8CE2FE672DC7}"/>
              </a:ext>
            </a:extLst>
          </p:cNvPr>
          <p:cNvSpPr txBox="1"/>
          <p:nvPr/>
        </p:nvSpPr>
        <p:spPr>
          <a:xfrm>
            <a:off x="3048990" y="3247303"/>
            <a:ext cx="6097978" cy="369332"/>
          </a:xfrm>
          <a:prstGeom prst="rect">
            <a:avLst/>
          </a:prstGeom>
          <a:noFill/>
        </p:spPr>
        <p:txBody>
          <a:bodyPr wrap="square">
            <a:spAutoFit/>
          </a:bodyPr>
          <a:lstStyle/>
          <a:p>
            <a:r>
              <a:rPr lang="en-US" b="0" i="0" u="none" strike="noStrike" dirty="0">
                <a:solidFill>
                  <a:schemeClr val="tx1"/>
                </a:solidFill>
                <a:effectLst/>
                <a:latin typeface="+mn-lt"/>
              </a:rPr>
              <a:t> </a:t>
            </a:r>
            <a:endParaRPr lang="en-US" dirty="0"/>
          </a:p>
        </p:txBody>
      </p:sp>
      <p:pic>
        <p:nvPicPr>
          <p:cNvPr id="6" name="Picture 5">
            <a:extLst>
              <a:ext uri="{FF2B5EF4-FFF2-40B4-BE49-F238E27FC236}">
                <a16:creationId xmlns:a16="http://schemas.microsoft.com/office/drawing/2014/main" id="{49195DCA-F21B-3174-F4D3-284C2E770956}"/>
              </a:ext>
            </a:extLst>
          </p:cNvPr>
          <p:cNvPicPr>
            <a:picLocks noChangeAspect="1"/>
          </p:cNvPicPr>
          <p:nvPr/>
        </p:nvPicPr>
        <p:blipFill>
          <a:blip r:embed="rId4"/>
          <a:stretch>
            <a:fillRect/>
          </a:stretch>
        </p:blipFill>
        <p:spPr>
          <a:xfrm>
            <a:off x="6289321" y="2390788"/>
            <a:ext cx="5715294" cy="3257717"/>
          </a:xfrm>
          <a:prstGeom prst="rect">
            <a:avLst/>
          </a:prstGeom>
        </p:spPr>
      </p:pic>
      <p:pic>
        <p:nvPicPr>
          <p:cNvPr id="7" name="Nytt opptak 23.m4a">
            <a:hlinkClick r:id="" action="ppaction://media"/>
            <a:extLst>
              <a:ext uri="{FF2B5EF4-FFF2-40B4-BE49-F238E27FC236}">
                <a16:creationId xmlns:a16="http://schemas.microsoft.com/office/drawing/2014/main" id="{DA7F49BA-9E50-19C1-3D22-BEAC421D94D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289321" y="5749444"/>
            <a:ext cx="812800" cy="812800"/>
          </a:xfrm>
          <a:prstGeom prst="rect">
            <a:avLst/>
          </a:prstGeom>
        </p:spPr>
      </p:pic>
    </p:spTree>
    <p:extLst>
      <p:ext uri="{BB962C8B-B14F-4D97-AF65-F5344CB8AC3E}">
        <p14:creationId xmlns:p14="http://schemas.microsoft.com/office/powerpoint/2010/main" val="327432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977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B2BB2-64B8-1AB1-27C3-726441AAE45F}"/>
              </a:ext>
            </a:extLst>
          </p:cNvPr>
          <p:cNvSpPr>
            <a:spLocks noGrp="1"/>
          </p:cNvSpPr>
          <p:nvPr>
            <p:ph type="title"/>
          </p:nvPr>
        </p:nvSpPr>
        <p:spPr/>
        <p:txBody>
          <a:bodyPr/>
          <a:lstStyle/>
          <a:p>
            <a:r>
              <a:rPr lang="en-US"/>
              <a:t>Kort om datamaskiner</a:t>
            </a:r>
          </a:p>
        </p:txBody>
      </p:sp>
      <p:sp>
        <p:nvSpPr>
          <p:cNvPr id="3" name="Content Placeholder 2">
            <a:extLst>
              <a:ext uri="{FF2B5EF4-FFF2-40B4-BE49-F238E27FC236}">
                <a16:creationId xmlns:a16="http://schemas.microsoft.com/office/drawing/2014/main" id="{F7C217B0-DCDB-E700-5190-8042ED8B4BD5}"/>
              </a:ext>
            </a:extLst>
          </p:cNvPr>
          <p:cNvSpPr>
            <a:spLocks noGrp="1"/>
          </p:cNvSpPr>
          <p:nvPr>
            <p:ph idx="1"/>
          </p:nvPr>
        </p:nvSpPr>
        <p:spPr/>
        <p:txBody>
          <a:bodyPr/>
          <a:lstStyle/>
          <a:p>
            <a:r>
              <a:rPr lang="en-US" dirty="0"/>
              <a:t>En </a:t>
            </a:r>
            <a:r>
              <a:rPr lang="en-US" dirty="0" err="1"/>
              <a:t>datamaskin</a:t>
            </a:r>
            <a:r>
              <a:rPr lang="en-US" dirty="0"/>
              <a:t> er </a:t>
            </a:r>
            <a:r>
              <a:rPr lang="en-US" dirty="0" err="1"/>
              <a:t>en</a:t>
            </a:r>
            <a:r>
              <a:rPr lang="en-US" dirty="0"/>
              <a:t> </a:t>
            </a:r>
            <a:r>
              <a:rPr lang="en-US" dirty="0" err="1"/>
              <a:t>maskin</a:t>
            </a:r>
            <a:r>
              <a:rPr lang="en-US" dirty="0"/>
              <a:t> </a:t>
            </a:r>
            <a:r>
              <a:rPr lang="en-US" dirty="0" err="1"/>
              <a:t>som</a:t>
            </a:r>
            <a:r>
              <a:rPr lang="en-US" dirty="0"/>
              <a:t> </a:t>
            </a:r>
            <a:r>
              <a:rPr lang="en-US" dirty="0" err="1"/>
              <a:t>brukes</a:t>
            </a:r>
            <a:r>
              <a:rPr lang="en-US" dirty="0"/>
              <a:t> </a:t>
            </a:r>
            <a:r>
              <a:rPr lang="en-US" dirty="0" err="1"/>
              <a:t>til</a:t>
            </a:r>
            <a:r>
              <a:rPr lang="en-US" dirty="0"/>
              <a:t> å </a:t>
            </a:r>
            <a:r>
              <a:rPr lang="en-US" dirty="0" err="1"/>
              <a:t>lagre</a:t>
            </a:r>
            <a:r>
              <a:rPr lang="en-US" dirty="0"/>
              <a:t>, </a:t>
            </a:r>
            <a:r>
              <a:rPr lang="en-US" dirty="0" err="1"/>
              <a:t>bearbeide</a:t>
            </a:r>
            <a:r>
              <a:rPr lang="en-US" dirty="0"/>
              <a:t> </a:t>
            </a:r>
            <a:r>
              <a:rPr lang="en-US" dirty="0" err="1"/>
              <a:t>og</a:t>
            </a:r>
            <a:r>
              <a:rPr lang="en-US" dirty="0"/>
              <a:t> dele data.</a:t>
            </a:r>
          </a:p>
          <a:p>
            <a:r>
              <a:rPr lang="en-US" dirty="0"/>
              <a:t>De </a:t>
            </a:r>
            <a:r>
              <a:rPr lang="en-US" dirty="0" err="1"/>
              <a:t>fleste</a:t>
            </a:r>
            <a:r>
              <a:rPr lang="en-US" dirty="0"/>
              <a:t> </a:t>
            </a:r>
            <a:r>
              <a:rPr lang="en-US" dirty="0" err="1"/>
              <a:t>i</a:t>
            </a:r>
            <a:r>
              <a:rPr lang="en-US" dirty="0"/>
              <a:t> </a:t>
            </a:r>
            <a:r>
              <a:rPr lang="en-US" dirty="0" err="1"/>
              <a:t>dag</a:t>
            </a:r>
            <a:r>
              <a:rPr lang="en-US" dirty="0"/>
              <a:t> </a:t>
            </a:r>
            <a:r>
              <a:rPr lang="en-US" dirty="0" err="1"/>
              <a:t>har</a:t>
            </a:r>
            <a:r>
              <a:rPr lang="en-US" dirty="0"/>
              <a:t> </a:t>
            </a:r>
            <a:r>
              <a:rPr lang="en-US" dirty="0" err="1"/>
              <a:t>minst</a:t>
            </a:r>
            <a:r>
              <a:rPr lang="en-US" dirty="0"/>
              <a:t> </a:t>
            </a:r>
            <a:r>
              <a:rPr lang="en-US" dirty="0" err="1"/>
              <a:t>en</a:t>
            </a:r>
            <a:r>
              <a:rPr lang="en-US" dirty="0"/>
              <a:t> </a:t>
            </a:r>
            <a:r>
              <a:rPr lang="en-US" dirty="0" err="1"/>
              <a:t>datamaskin</a:t>
            </a:r>
            <a:r>
              <a:rPr lang="en-US" dirty="0"/>
              <a:t>, </a:t>
            </a:r>
            <a:r>
              <a:rPr lang="en-US" dirty="0" err="1"/>
              <a:t>og</a:t>
            </a:r>
            <a:r>
              <a:rPr lang="en-US" dirty="0"/>
              <a:t> </a:t>
            </a:r>
            <a:r>
              <a:rPr lang="en-US" dirty="0" err="1"/>
              <a:t>flertallet</a:t>
            </a:r>
            <a:r>
              <a:rPr lang="en-US" dirty="0"/>
              <a:t> </a:t>
            </a:r>
            <a:r>
              <a:rPr lang="en-US" dirty="0" err="1"/>
              <a:t>har</a:t>
            </a:r>
            <a:r>
              <a:rPr lang="en-US" dirty="0"/>
              <a:t> </a:t>
            </a:r>
            <a:r>
              <a:rPr lang="en-US" dirty="0" err="1"/>
              <a:t>enda</a:t>
            </a:r>
            <a:r>
              <a:rPr lang="en-US" dirty="0"/>
              <a:t> </a:t>
            </a:r>
            <a:r>
              <a:rPr lang="en-US" dirty="0" err="1"/>
              <a:t>fler</a:t>
            </a:r>
            <a:r>
              <a:rPr lang="en-US" dirty="0"/>
              <a:t>.</a:t>
            </a:r>
          </a:p>
          <a:p>
            <a:endParaRPr lang="en-US" dirty="0"/>
          </a:p>
        </p:txBody>
      </p:sp>
    </p:spTree>
    <p:extLst>
      <p:ext uri="{BB962C8B-B14F-4D97-AF65-F5344CB8AC3E}">
        <p14:creationId xmlns:p14="http://schemas.microsoft.com/office/powerpoint/2010/main" val="2622215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28C66-114C-B0C5-C14F-5328AA6205B3}"/>
              </a:ext>
            </a:extLst>
          </p:cNvPr>
          <p:cNvSpPr>
            <a:spLocks noGrp="1"/>
          </p:cNvSpPr>
          <p:nvPr>
            <p:ph type="title"/>
          </p:nvPr>
        </p:nvSpPr>
        <p:spPr/>
        <p:txBody>
          <a:bodyPr/>
          <a:lstStyle/>
          <a:p>
            <a:r>
              <a:rPr lang="en-US" dirty="0" err="1"/>
              <a:t>Ettkortsdatamaskin</a:t>
            </a:r>
            <a:endParaRPr lang="en-US" dirty="0"/>
          </a:p>
        </p:txBody>
      </p:sp>
      <p:sp>
        <p:nvSpPr>
          <p:cNvPr id="3" name="Content Placeholder 2">
            <a:extLst>
              <a:ext uri="{FF2B5EF4-FFF2-40B4-BE49-F238E27FC236}">
                <a16:creationId xmlns:a16="http://schemas.microsoft.com/office/drawing/2014/main" id="{AB866C69-B644-B2B6-10A1-757DFCEA5284}"/>
              </a:ext>
            </a:extLst>
          </p:cNvPr>
          <p:cNvSpPr>
            <a:spLocks noGrp="1"/>
          </p:cNvSpPr>
          <p:nvPr>
            <p:ph idx="1"/>
          </p:nvPr>
        </p:nvSpPr>
        <p:spPr>
          <a:xfrm>
            <a:off x="581192" y="2180497"/>
            <a:ext cx="11029615" cy="3669698"/>
          </a:xfrm>
        </p:spPr>
        <p:txBody>
          <a:bodyPr>
            <a:normAutofit/>
          </a:bodyPr>
          <a:lstStyle/>
          <a:p>
            <a:r>
              <a:rPr lang="en-US" dirty="0"/>
              <a:t>Alle </a:t>
            </a:r>
            <a:r>
              <a:rPr lang="en-US" dirty="0" err="1"/>
              <a:t>komponenter</a:t>
            </a:r>
            <a:r>
              <a:rPr lang="en-US" dirty="0"/>
              <a:t> er </a:t>
            </a:r>
            <a:r>
              <a:rPr lang="en-US" dirty="0" err="1"/>
              <a:t>på</a:t>
            </a:r>
            <a:r>
              <a:rPr lang="en-US" dirty="0"/>
              <a:t> </a:t>
            </a:r>
            <a:r>
              <a:rPr lang="en-US" dirty="0" err="1"/>
              <a:t>ett</a:t>
            </a:r>
            <a:r>
              <a:rPr lang="en-US" dirty="0"/>
              <a:t> </a:t>
            </a:r>
            <a:r>
              <a:rPr lang="en-US" dirty="0" err="1"/>
              <a:t>kretskort</a:t>
            </a:r>
            <a:endParaRPr lang="en-US" dirty="0"/>
          </a:p>
          <a:p>
            <a:r>
              <a:rPr lang="en-US" dirty="0" err="1"/>
              <a:t>Innebærer</a:t>
            </a:r>
            <a:r>
              <a:rPr lang="en-US" dirty="0"/>
              <a:t> alt </a:t>
            </a:r>
            <a:r>
              <a:rPr lang="en-US" dirty="0" err="1"/>
              <a:t>fra</a:t>
            </a:r>
            <a:r>
              <a:rPr lang="en-US" dirty="0"/>
              <a:t> </a:t>
            </a:r>
            <a:r>
              <a:rPr lang="en-US" dirty="0" err="1"/>
              <a:t>små</a:t>
            </a:r>
            <a:r>
              <a:rPr lang="en-US" dirty="0"/>
              <a:t> </a:t>
            </a:r>
            <a:r>
              <a:rPr lang="en-US" dirty="0" err="1"/>
              <a:t>maskiner</a:t>
            </a:r>
            <a:r>
              <a:rPr lang="en-US" dirty="0"/>
              <a:t> </a:t>
            </a:r>
            <a:r>
              <a:rPr lang="en-US" dirty="0" err="1"/>
              <a:t>til</a:t>
            </a:r>
            <a:r>
              <a:rPr lang="en-US" dirty="0"/>
              <a:t> </a:t>
            </a:r>
            <a:r>
              <a:rPr lang="en-US" dirty="0" err="1"/>
              <a:t>servere</a:t>
            </a:r>
            <a:r>
              <a:rPr lang="en-US" dirty="0"/>
              <a:t>.</a:t>
            </a:r>
          </a:p>
          <a:p>
            <a:pPr lvl="1"/>
            <a:r>
              <a:rPr lang="en-US" dirty="0"/>
              <a:t>Men her er det </a:t>
            </a:r>
            <a:r>
              <a:rPr lang="en-US" dirty="0" err="1"/>
              <a:t>fokus</a:t>
            </a:r>
            <a:r>
              <a:rPr lang="en-US" dirty="0"/>
              <a:t> </a:t>
            </a:r>
            <a:r>
              <a:rPr lang="en-US" dirty="0" err="1"/>
              <a:t>på</a:t>
            </a:r>
            <a:r>
              <a:rPr lang="en-US" dirty="0"/>
              <a:t> </a:t>
            </a:r>
            <a:r>
              <a:rPr lang="en-US" dirty="0" err="1"/>
              <a:t>mindre</a:t>
            </a:r>
            <a:r>
              <a:rPr lang="en-US" dirty="0"/>
              <a:t> </a:t>
            </a:r>
            <a:r>
              <a:rPr lang="en-US" dirty="0" err="1"/>
              <a:t>maskiner</a:t>
            </a:r>
            <a:r>
              <a:rPr lang="en-US" dirty="0"/>
              <a:t> for </a:t>
            </a:r>
            <a:r>
              <a:rPr lang="en-US" dirty="0" err="1"/>
              <a:t>styring</a:t>
            </a:r>
            <a:r>
              <a:rPr lang="en-US" dirty="0"/>
              <a:t> av I/U</a:t>
            </a:r>
          </a:p>
          <a:p>
            <a:r>
              <a:rPr lang="en-US" dirty="0"/>
              <a:t>Raspberry pi</a:t>
            </a:r>
          </a:p>
          <a:p>
            <a:r>
              <a:rPr lang="en-US" dirty="0"/>
              <a:t>Bruk</a:t>
            </a:r>
          </a:p>
          <a:p>
            <a:pPr lvl="1"/>
            <a:r>
              <a:rPr lang="en-US" dirty="0"/>
              <a:t>Tynnklienter (Dawood, 2019)</a:t>
            </a:r>
          </a:p>
          <a:p>
            <a:pPr lvl="1"/>
            <a:r>
              <a:rPr lang="en-US" dirty="0" err="1"/>
              <a:t>Smarthus</a:t>
            </a:r>
            <a:r>
              <a:rPr lang="en-US" dirty="0"/>
              <a:t> (Home Assistant, </a:t>
            </a:r>
            <a:r>
              <a:rPr lang="en-US" dirty="0" err="1"/>
              <a:t>u.å</a:t>
            </a:r>
            <a:r>
              <a:rPr lang="en-US" dirty="0"/>
              <a:t>.)</a:t>
            </a:r>
          </a:p>
          <a:p>
            <a:pPr lvl="1"/>
            <a:endParaRPr lang="en-US" dirty="0"/>
          </a:p>
          <a:p>
            <a:endParaRPr lang="en-US" dirty="0"/>
          </a:p>
        </p:txBody>
      </p:sp>
      <p:pic>
        <p:nvPicPr>
          <p:cNvPr id="4" name="Bilde 3">
            <a:extLst>
              <a:ext uri="{FF2B5EF4-FFF2-40B4-BE49-F238E27FC236}">
                <a16:creationId xmlns:a16="http://schemas.microsoft.com/office/drawing/2014/main" id="{78922B81-1E72-F228-6E6B-45C4DB44C153}"/>
              </a:ext>
            </a:extLst>
          </p:cNvPr>
          <p:cNvPicPr>
            <a:picLocks noChangeAspect="1"/>
          </p:cNvPicPr>
          <p:nvPr/>
        </p:nvPicPr>
        <p:blipFill>
          <a:blip r:embed="rId2"/>
          <a:stretch>
            <a:fillRect/>
          </a:stretch>
        </p:blipFill>
        <p:spPr>
          <a:xfrm>
            <a:off x="7627434" y="2482970"/>
            <a:ext cx="3850190" cy="3064751"/>
          </a:xfrm>
          <a:prstGeom prst="rect">
            <a:avLst/>
          </a:prstGeom>
        </p:spPr>
      </p:pic>
      <p:sp>
        <p:nvSpPr>
          <p:cNvPr id="5" name="TekstSylinder 4">
            <a:extLst>
              <a:ext uri="{FF2B5EF4-FFF2-40B4-BE49-F238E27FC236}">
                <a16:creationId xmlns:a16="http://schemas.microsoft.com/office/drawing/2014/main" id="{36E50E8F-203C-0F62-4085-68049FE93838}"/>
              </a:ext>
            </a:extLst>
          </p:cNvPr>
          <p:cNvSpPr txBox="1"/>
          <p:nvPr/>
        </p:nvSpPr>
        <p:spPr>
          <a:xfrm>
            <a:off x="8580692" y="5547721"/>
            <a:ext cx="1943674" cy="523220"/>
          </a:xfrm>
          <a:prstGeom prst="rect">
            <a:avLst/>
          </a:prstGeom>
          <a:noFill/>
        </p:spPr>
        <p:txBody>
          <a:bodyPr wrap="none" rtlCol="0">
            <a:spAutoFit/>
          </a:bodyPr>
          <a:lstStyle/>
          <a:p>
            <a:r>
              <a:rPr lang="en-US" sz="1400" dirty="0"/>
              <a:t>Bilde av </a:t>
            </a:r>
            <a:r>
              <a:rPr lang="en-US" sz="1400" dirty="0" err="1"/>
              <a:t>en</a:t>
            </a:r>
            <a:r>
              <a:rPr lang="en-US" sz="1400" dirty="0"/>
              <a:t> raspberry pi.</a:t>
            </a:r>
          </a:p>
          <a:p>
            <a:r>
              <a:rPr lang="en-US" sz="1400" dirty="0" err="1"/>
              <a:t>Offentlig</a:t>
            </a:r>
            <a:r>
              <a:rPr lang="en-US" sz="1400" dirty="0"/>
              <a:t> </a:t>
            </a:r>
            <a:r>
              <a:rPr lang="en-US" sz="1400" dirty="0" err="1"/>
              <a:t>domene</a:t>
            </a:r>
            <a:endParaRPr lang="nb-NO" sz="1400" dirty="0"/>
          </a:p>
        </p:txBody>
      </p:sp>
    </p:spTree>
    <p:extLst>
      <p:ext uri="{BB962C8B-B14F-4D97-AF65-F5344CB8AC3E}">
        <p14:creationId xmlns:p14="http://schemas.microsoft.com/office/powerpoint/2010/main" val="1406058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A21CC-5D6C-B27A-52F8-714FF20E154A}"/>
              </a:ext>
            </a:extLst>
          </p:cNvPr>
          <p:cNvSpPr>
            <a:spLocks noGrp="1"/>
          </p:cNvSpPr>
          <p:nvPr>
            <p:ph type="title"/>
          </p:nvPr>
        </p:nvSpPr>
        <p:spPr/>
        <p:txBody>
          <a:bodyPr/>
          <a:lstStyle/>
          <a:p>
            <a:r>
              <a:rPr lang="en-US" err="1"/>
              <a:t>Stasjonær</a:t>
            </a:r>
            <a:r>
              <a:rPr lang="en-US"/>
              <a:t> pc</a:t>
            </a:r>
          </a:p>
        </p:txBody>
      </p:sp>
      <p:sp>
        <p:nvSpPr>
          <p:cNvPr id="3" name="Content Placeholder 2">
            <a:extLst>
              <a:ext uri="{FF2B5EF4-FFF2-40B4-BE49-F238E27FC236}">
                <a16:creationId xmlns:a16="http://schemas.microsoft.com/office/drawing/2014/main" id="{B62748B2-E2E4-45CB-F3AC-3C1FD0A42234}"/>
              </a:ext>
            </a:extLst>
          </p:cNvPr>
          <p:cNvSpPr>
            <a:spLocks noGrp="1"/>
          </p:cNvSpPr>
          <p:nvPr>
            <p:ph idx="1"/>
          </p:nvPr>
        </p:nvSpPr>
        <p:spPr/>
        <p:txBody>
          <a:bodyPr/>
          <a:lstStyle/>
          <a:p>
            <a:r>
              <a:rPr lang="en-US" dirty="0" err="1"/>
              <a:t>Komponenter</a:t>
            </a:r>
            <a:r>
              <a:rPr lang="en-US" dirty="0"/>
              <a:t> </a:t>
            </a:r>
            <a:r>
              <a:rPr lang="en-US" dirty="0" err="1"/>
              <a:t>som</a:t>
            </a:r>
            <a:r>
              <a:rPr lang="en-US" dirty="0"/>
              <a:t> RAM, CPU, GPU etc. </a:t>
            </a:r>
            <a:r>
              <a:rPr lang="en-US" dirty="0" err="1"/>
              <a:t>kan</a:t>
            </a:r>
            <a:r>
              <a:rPr lang="en-US" dirty="0"/>
              <a:t> </a:t>
            </a:r>
            <a:r>
              <a:rPr lang="en-US" dirty="0" err="1"/>
              <a:t>byttes</a:t>
            </a:r>
            <a:r>
              <a:rPr lang="en-US" dirty="0"/>
              <a:t> </a:t>
            </a:r>
            <a:r>
              <a:rPr lang="en-US" dirty="0" err="1"/>
              <a:t>ut.</a:t>
            </a:r>
            <a:endParaRPr lang="en-US" dirty="0"/>
          </a:p>
          <a:p>
            <a:r>
              <a:rPr lang="en-US" dirty="0" err="1"/>
              <a:t>Består</a:t>
            </a:r>
            <a:r>
              <a:rPr lang="en-US" dirty="0"/>
              <a:t> </a:t>
            </a:r>
            <a:r>
              <a:rPr lang="en-US" dirty="0" err="1"/>
              <a:t>som</a:t>
            </a:r>
            <a:r>
              <a:rPr lang="en-US" dirty="0"/>
              <a:t> regel av et </a:t>
            </a:r>
            <a:r>
              <a:rPr lang="en-US" dirty="0" err="1"/>
              <a:t>hovedkort</a:t>
            </a:r>
            <a:r>
              <a:rPr lang="en-US" dirty="0"/>
              <a:t>, med </a:t>
            </a:r>
            <a:r>
              <a:rPr lang="en-US" dirty="0" err="1"/>
              <a:t>flere</a:t>
            </a:r>
            <a:r>
              <a:rPr lang="en-US" dirty="0"/>
              <a:t> porter.</a:t>
            </a:r>
          </a:p>
          <a:p>
            <a:r>
              <a:rPr lang="en-US" dirty="0" err="1"/>
              <a:t>Konfigurerbar</a:t>
            </a:r>
            <a:r>
              <a:rPr lang="en-US" dirty="0"/>
              <a:t> </a:t>
            </a:r>
            <a:r>
              <a:rPr lang="en-US" dirty="0" err="1"/>
              <a:t>kost</a:t>
            </a:r>
            <a:r>
              <a:rPr lang="en-US" dirty="0"/>
              <a:t> </a:t>
            </a:r>
            <a:r>
              <a:rPr lang="en-US" dirty="0" err="1"/>
              <a:t>og</a:t>
            </a:r>
            <a:r>
              <a:rPr lang="en-US" dirty="0"/>
              <a:t> </a:t>
            </a:r>
            <a:r>
              <a:rPr lang="en-US" dirty="0" err="1"/>
              <a:t>ytelse</a:t>
            </a:r>
            <a:r>
              <a:rPr lang="en-US" dirty="0"/>
              <a:t> </a:t>
            </a:r>
            <a:r>
              <a:rPr lang="en-US" dirty="0" err="1"/>
              <a:t>etter</a:t>
            </a:r>
            <a:r>
              <a:rPr lang="en-US" dirty="0"/>
              <a:t> </a:t>
            </a:r>
            <a:r>
              <a:rPr lang="en-US" dirty="0" err="1"/>
              <a:t>behov</a:t>
            </a:r>
            <a:r>
              <a:rPr lang="en-US" dirty="0"/>
              <a:t>.</a:t>
            </a:r>
          </a:p>
          <a:p>
            <a:pPr lvl="1"/>
            <a:r>
              <a:rPr lang="en-US" dirty="0"/>
              <a:t>Kan </a:t>
            </a:r>
            <a:r>
              <a:rPr lang="en-US" dirty="0" err="1"/>
              <a:t>brukes</a:t>
            </a:r>
            <a:r>
              <a:rPr lang="en-US" dirty="0"/>
              <a:t> </a:t>
            </a:r>
            <a:r>
              <a:rPr lang="en-US" dirty="0" err="1"/>
              <a:t>til</a:t>
            </a:r>
            <a:r>
              <a:rPr lang="en-US" dirty="0"/>
              <a:t> det </a:t>
            </a:r>
            <a:r>
              <a:rPr lang="en-US" dirty="0" err="1"/>
              <a:t>meste</a:t>
            </a:r>
            <a:r>
              <a:rPr lang="en-US" dirty="0"/>
              <a:t> </a:t>
            </a:r>
            <a:r>
              <a:rPr lang="en-US" dirty="0" err="1"/>
              <a:t>en</a:t>
            </a:r>
            <a:r>
              <a:rPr lang="en-US" dirty="0"/>
              <a:t> </a:t>
            </a:r>
            <a:r>
              <a:rPr lang="en-US" dirty="0" err="1"/>
              <a:t>enkeltperson</a:t>
            </a:r>
            <a:r>
              <a:rPr lang="en-US" dirty="0"/>
              <a:t> </a:t>
            </a:r>
            <a:r>
              <a:rPr lang="en-US" dirty="0" err="1"/>
              <a:t>kan</a:t>
            </a:r>
            <a:r>
              <a:rPr lang="en-US" dirty="0"/>
              <a:t> </a:t>
            </a:r>
            <a:r>
              <a:rPr lang="en-US" dirty="0" err="1"/>
              <a:t>trenge</a:t>
            </a:r>
            <a:r>
              <a:rPr lang="en-US" dirty="0"/>
              <a:t>.</a:t>
            </a:r>
          </a:p>
          <a:p>
            <a:r>
              <a:rPr lang="en-US" dirty="0"/>
              <a:t>Mange </a:t>
            </a:r>
            <a:r>
              <a:rPr lang="en-US" dirty="0" err="1"/>
              <a:t>standarder</a:t>
            </a:r>
            <a:r>
              <a:rPr lang="en-US" dirty="0"/>
              <a:t>, </a:t>
            </a:r>
            <a:r>
              <a:rPr lang="en-US" dirty="0" err="1"/>
              <a:t>slik</a:t>
            </a:r>
            <a:r>
              <a:rPr lang="en-US" dirty="0"/>
              <a:t> at alt </a:t>
            </a:r>
            <a:r>
              <a:rPr lang="en-US" dirty="0" err="1"/>
              <a:t>samarbeider</a:t>
            </a:r>
            <a:r>
              <a:rPr lang="en-US" dirty="0"/>
              <a:t> </a:t>
            </a:r>
            <a:r>
              <a:rPr lang="en-US" dirty="0" err="1"/>
              <a:t>godt</a:t>
            </a:r>
            <a:r>
              <a:rPr lang="en-US" dirty="0"/>
              <a:t>.</a:t>
            </a:r>
          </a:p>
          <a:p>
            <a:pPr lvl="1"/>
            <a:r>
              <a:rPr lang="en-US" dirty="0"/>
              <a:t>ATX for </a:t>
            </a:r>
            <a:r>
              <a:rPr lang="en-US" dirty="0" err="1"/>
              <a:t>hovedkort</a:t>
            </a:r>
            <a:r>
              <a:rPr lang="en-US" dirty="0"/>
              <a:t> (Mueller, 2003, s. 211)</a:t>
            </a:r>
          </a:p>
          <a:p>
            <a:pPr lvl="1"/>
            <a:r>
              <a:rPr lang="en-US" dirty="0"/>
              <a:t>PCIe for </a:t>
            </a:r>
            <a:r>
              <a:rPr lang="en-US" dirty="0" err="1"/>
              <a:t>periferier</a:t>
            </a:r>
            <a:r>
              <a:rPr lang="en-US" dirty="0"/>
              <a:t> (Wilson, 2005)</a:t>
            </a:r>
          </a:p>
          <a:p>
            <a:endParaRPr lang="en-US" dirty="0"/>
          </a:p>
        </p:txBody>
      </p:sp>
      <p:pic>
        <p:nvPicPr>
          <p:cNvPr id="4" name="Bilde 3" descr="Computer Desktop Workstation - Grafica vettoriale gratuita su Pixabay">
            <a:extLst>
              <a:ext uri="{FF2B5EF4-FFF2-40B4-BE49-F238E27FC236}">
                <a16:creationId xmlns:a16="http://schemas.microsoft.com/office/drawing/2014/main" id="{732C90C4-E964-A593-3EDB-69CC0B6B77FF}"/>
              </a:ext>
            </a:extLst>
          </p:cNvPr>
          <p:cNvPicPr>
            <a:picLocks noChangeAspect="1"/>
          </p:cNvPicPr>
          <p:nvPr/>
        </p:nvPicPr>
        <p:blipFill>
          <a:blip r:embed="rId2"/>
          <a:stretch>
            <a:fillRect/>
          </a:stretch>
        </p:blipFill>
        <p:spPr>
          <a:xfrm>
            <a:off x="7863112" y="2394940"/>
            <a:ext cx="3976338" cy="3249414"/>
          </a:xfrm>
          <a:prstGeom prst="rect">
            <a:avLst/>
          </a:prstGeom>
        </p:spPr>
      </p:pic>
    </p:spTree>
    <p:extLst>
      <p:ext uri="{BB962C8B-B14F-4D97-AF65-F5344CB8AC3E}">
        <p14:creationId xmlns:p14="http://schemas.microsoft.com/office/powerpoint/2010/main" val="2391458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E0DD3-4D21-AE7B-5C65-E65EF7DE0178}"/>
              </a:ext>
            </a:extLst>
          </p:cNvPr>
          <p:cNvSpPr>
            <a:spLocks noGrp="1"/>
          </p:cNvSpPr>
          <p:nvPr>
            <p:ph type="title"/>
          </p:nvPr>
        </p:nvSpPr>
        <p:spPr>
          <a:xfrm>
            <a:off x="581193" y="729658"/>
            <a:ext cx="11029616" cy="988332"/>
          </a:xfrm>
        </p:spPr>
        <p:txBody>
          <a:bodyPr anchor="b">
            <a:normAutofit/>
          </a:bodyPr>
          <a:lstStyle/>
          <a:p>
            <a:r>
              <a:rPr lang="en-US" err="1"/>
              <a:t>Bærbar</a:t>
            </a:r>
            <a:r>
              <a:rPr lang="en-US"/>
              <a:t> pc</a:t>
            </a:r>
          </a:p>
        </p:txBody>
      </p:sp>
      <p:sp>
        <p:nvSpPr>
          <p:cNvPr id="3" name="Content Placeholder 2">
            <a:extLst>
              <a:ext uri="{FF2B5EF4-FFF2-40B4-BE49-F238E27FC236}">
                <a16:creationId xmlns:a16="http://schemas.microsoft.com/office/drawing/2014/main" id="{B38EB64A-DEA8-0C91-5298-9295D7ABCA75}"/>
              </a:ext>
            </a:extLst>
          </p:cNvPr>
          <p:cNvSpPr>
            <a:spLocks noGrp="1"/>
          </p:cNvSpPr>
          <p:nvPr>
            <p:ph sz="half" idx="1"/>
          </p:nvPr>
        </p:nvSpPr>
        <p:spPr>
          <a:xfrm>
            <a:off x="581193" y="2228003"/>
            <a:ext cx="5422390" cy="3633047"/>
          </a:xfrm>
        </p:spPr>
        <p:txBody>
          <a:bodyPr anchor="ctr">
            <a:normAutofit/>
          </a:bodyPr>
          <a:lstStyle/>
          <a:p>
            <a:pPr marL="305435" indent="-305435"/>
            <a:r>
              <a:rPr lang="nb-NO">
                <a:ea typeface="+mn-lt"/>
                <a:cs typeface="+mn-lt"/>
              </a:rPr>
              <a:t>Balanserer ytelse, batteritid, vekt og varme</a:t>
            </a:r>
            <a:endParaRPr lang="en-US">
              <a:ea typeface="+mn-lt"/>
              <a:cs typeface="+mn-lt"/>
            </a:endParaRPr>
          </a:p>
          <a:p>
            <a:pPr marL="305435" indent="-305435"/>
            <a:r>
              <a:rPr lang="nb-NO">
                <a:ea typeface="+mn-lt"/>
                <a:cs typeface="+mn-lt"/>
              </a:rPr>
              <a:t>Gaming-laptop → ytelse, </a:t>
            </a:r>
            <a:r>
              <a:rPr lang="nb-NO" err="1">
                <a:ea typeface="+mn-lt"/>
                <a:cs typeface="+mn-lt"/>
              </a:rPr>
              <a:t>ultrabook</a:t>
            </a:r>
            <a:r>
              <a:rPr lang="nb-NO">
                <a:ea typeface="+mn-lt"/>
                <a:cs typeface="+mn-lt"/>
              </a:rPr>
              <a:t> → batteri og vekt</a:t>
            </a:r>
          </a:p>
          <a:p>
            <a:pPr marL="305435" indent="-305435"/>
            <a:r>
              <a:rPr lang="nb-NO">
                <a:ea typeface="+mn-lt"/>
                <a:cs typeface="+mn-lt"/>
              </a:rPr>
              <a:t>Strømforbruket styres av TDP, som er lavere enn i stasjonære (Intel, 2023)</a:t>
            </a:r>
            <a:endParaRPr lang="nb-NO"/>
          </a:p>
          <a:p>
            <a:pPr marL="305435" indent="-305435"/>
            <a:r>
              <a:rPr lang="nb-NO">
                <a:ea typeface="+mn-lt"/>
                <a:cs typeface="+mn-lt"/>
              </a:rPr>
              <a:t>Eksempel: Apple M-brikker (ARM) gir både fart og lang batteritid (Apple, 2020)</a:t>
            </a:r>
            <a:endParaRPr lang="nb-NO"/>
          </a:p>
          <a:p>
            <a:pPr marL="305435" indent="-305435"/>
            <a:endParaRPr lang="nb-NO"/>
          </a:p>
        </p:txBody>
      </p:sp>
    </p:spTree>
    <p:extLst>
      <p:ext uri="{BB962C8B-B14F-4D97-AF65-F5344CB8AC3E}">
        <p14:creationId xmlns:p14="http://schemas.microsoft.com/office/powerpoint/2010/main" val="2066324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064D8-B15A-F38F-31B3-0D29FC72B89D}"/>
              </a:ext>
            </a:extLst>
          </p:cNvPr>
          <p:cNvSpPr>
            <a:spLocks noGrp="1"/>
          </p:cNvSpPr>
          <p:nvPr>
            <p:ph type="title"/>
          </p:nvPr>
        </p:nvSpPr>
        <p:spPr/>
        <p:txBody>
          <a:bodyPr/>
          <a:lstStyle/>
          <a:p>
            <a:r>
              <a:rPr lang="en-US" err="1"/>
              <a:t>mobil</a:t>
            </a:r>
          </a:p>
        </p:txBody>
      </p:sp>
      <p:sp>
        <p:nvSpPr>
          <p:cNvPr id="3" name="Content Placeholder 2">
            <a:extLst>
              <a:ext uri="{FF2B5EF4-FFF2-40B4-BE49-F238E27FC236}">
                <a16:creationId xmlns:a16="http://schemas.microsoft.com/office/drawing/2014/main" id="{E2FF266D-C07C-22D7-5564-6282DB10CF02}"/>
              </a:ext>
            </a:extLst>
          </p:cNvPr>
          <p:cNvSpPr>
            <a:spLocks noGrp="1"/>
          </p:cNvSpPr>
          <p:nvPr>
            <p:ph idx="1"/>
          </p:nvPr>
        </p:nvSpPr>
        <p:spPr/>
        <p:txBody>
          <a:bodyPr/>
          <a:lstStyle/>
          <a:p>
            <a:pPr marL="305435" indent="-305435"/>
            <a:r>
              <a:rPr lang="en-US">
                <a:ea typeface="+mn-lt"/>
                <a:cs typeface="+mn-lt"/>
              </a:rPr>
              <a:t>Ingen </a:t>
            </a:r>
            <a:r>
              <a:rPr lang="en-US" err="1">
                <a:ea typeface="+mn-lt"/>
                <a:cs typeface="+mn-lt"/>
              </a:rPr>
              <a:t>vifte</a:t>
            </a:r>
            <a:r>
              <a:rPr lang="en-US">
                <a:ea typeface="+mn-lt"/>
                <a:cs typeface="+mn-lt"/>
              </a:rPr>
              <a:t> </a:t>
            </a:r>
            <a:r>
              <a:rPr lang="en-US" err="1">
                <a:ea typeface="+mn-lt"/>
                <a:cs typeface="+mn-lt"/>
              </a:rPr>
              <a:t>og</a:t>
            </a:r>
            <a:r>
              <a:rPr lang="en-US">
                <a:ea typeface="+mn-lt"/>
                <a:cs typeface="+mn-lt"/>
              </a:rPr>
              <a:t> lite </a:t>
            </a:r>
            <a:r>
              <a:rPr lang="en-US" err="1">
                <a:ea typeface="+mn-lt"/>
                <a:cs typeface="+mn-lt"/>
              </a:rPr>
              <a:t>batteri</a:t>
            </a:r>
            <a:r>
              <a:rPr lang="en-US">
                <a:ea typeface="+mn-lt"/>
                <a:cs typeface="+mn-lt"/>
              </a:rPr>
              <a:t>, men </a:t>
            </a:r>
            <a:r>
              <a:rPr lang="en-US" err="1">
                <a:ea typeface="+mn-lt"/>
                <a:cs typeface="+mn-lt"/>
              </a:rPr>
              <a:t>skal</a:t>
            </a:r>
            <a:r>
              <a:rPr lang="en-US">
                <a:ea typeface="+mn-lt"/>
                <a:cs typeface="+mn-lt"/>
              </a:rPr>
              <a:t> </a:t>
            </a:r>
            <a:r>
              <a:rPr lang="en-US" err="1">
                <a:ea typeface="+mn-lt"/>
                <a:cs typeface="+mn-lt"/>
              </a:rPr>
              <a:t>fungere</a:t>
            </a:r>
            <a:r>
              <a:rPr lang="en-US">
                <a:ea typeface="+mn-lt"/>
                <a:cs typeface="+mn-lt"/>
              </a:rPr>
              <a:t> hele </a:t>
            </a:r>
            <a:r>
              <a:rPr lang="en-US" err="1">
                <a:ea typeface="+mn-lt"/>
                <a:cs typeface="+mn-lt"/>
              </a:rPr>
              <a:t>dagen</a:t>
            </a:r>
          </a:p>
          <a:p>
            <a:pPr marL="305435" indent="-305435"/>
            <a:r>
              <a:rPr lang="en-US">
                <a:ea typeface="+mn-lt"/>
                <a:cs typeface="+mn-lt"/>
              </a:rPr>
              <a:t>System-on-a-chip: </a:t>
            </a:r>
            <a:r>
              <a:rPr lang="en-US" err="1">
                <a:ea typeface="+mn-lt"/>
                <a:cs typeface="+mn-lt"/>
              </a:rPr>
              <a:t>flere</a:t>
            </a:r>
            <a:r>
              <a:rPr lang="en-US">
                <a:ea typeface="+mn-lt"/>
                <a:cs typeface="+mn-lt"/>
              </a:rPr>
              <a:t> </a:t>
            </a:r>
            <a:r>
              <a:rPr lang="en-US" err="1">
                <a:ea typeface="+mn-lt"/>
                <a:cs typeface="+mn-lt"/>
              </a:rPr>
              <a:t>komponenter</a:t>
            </a:r>
            <a:r>
              <a:rPr lang="en-US">
                <a:ea typeface="+mn-lt"/>
                <a:cs typeface="+mn-lt"/>
              </a:rPr>
              <a:t> samlet </a:t>
            </a:r>
            <a:r>
              <a:rPr lang="en-US" err="1">
                <a:ea typeface="+mn-lt"/>
                <a:cs typeface="+mn-lt"/>
              </a:rPr>
              <a:t>på</a:t>
            </a:r>
            <a:r>
              <a:rPr lang="en-US">
                <a:ea typeface="+mn-lt"/>
                <a:cs typeface="+mn-lt"/>
              </a:rPr>
              <a:t> </a:t>
            </a:r>
            <a:r>
              <a:rPr lang="en-US" err="1">
                <a:ea typeface="+mn-lt"/>
                <a:cs typeface="+mn-lt"/>
              </a:rPr>
              <a:t>én</a:t>
            </a:r>
            <a:r>
              <a:rPr lang="en-US">
                <a:ea typeface="+mn-lt"/>
                <a:cs typeface="+mn-lt"/>
              </a:rPr>
              <a:t> </a:t>
            </a:r>
            <a:r>
              <a:rPr lang="en-US" err="1">
                <a:ea typeface="+mn-lt"/>
                <a:cs typeface="+mn-lt"/>
              </a:rPr>
              <a:t>brikke</a:t>
            </a:r>
            <a:r>
              <a:rPr lang="en-US">
                <a:ea typeface="+mn-lt"/>
                <a:cs typeface="+mn-lt"/>
              </a:rPr>
              <a:t> (Apple, 2020)</a:t>
            </a:r>
            <a:endParaRPr lang="en-US"/>
          </a:p>
          <a:p>
            <a:pPr marL="305435" indent="-305435"/>
            <a:r>
              <a:rPr lang="en-US">
                <a:ea typeface="+mn-lt"/>
                <a:cs typeface="+mn-lt"/>
              </a:rPr>
              <a:t>Store </a:t>
            </a:r>
            <a:r>
              <a:rPr lang="en-US" err="1">
                <a:ea typeface="+mn-lt"/>
                <a:cs typeface="+mn-lt"/>
              </a:rPr>
              <a:t>kjerner</a:t>
            </a:r>
            <a:r>
              <a:rPr lang="en-US">
                <a:ea typeface="+mn-lt"/>
                <a:cs typeface="+mn-lt"/>
              </a:rPr>
              <a:t> </a:t>
            </a:r>
            <a:r>
              <a:rPr lang="en-US" err="1">
                <a:ea typeface="+mn-lt"/>
                <a:cs typeface="+mn-lt"/>
              </a:rPr>
              <a:t>til</a:t>
            </a:r>
            <a:r>
              <a:rPr lang="en-US">
                <a:ea typeface="+mn-lt"/>
                <a:cs typeface="+mn-lt"/>
              </a:rPr>
              <a:t> </a:t>
            </a:r>
            <a:r>
              <a:rPr lang="en-US" err="1">
                <a:ea typeface="+mn-lt"/>
                <a:cs typeface="+mn-lt"/>
              </a:rPr>
              <a:t>tunge</a:t>
            </a:r>
            <a:r>
              <a:rPr lang="en-US">
                <a:ea typeface="+mn-lt"/>
                <a:cs typeface="+mn-lt"/>
              </a:rPr>
              <a:t> </a:t>
            </a:r>
            <a:r>
              <a:rPr lang="en-US" err="1">
                <a:ea typeface="+mn-lt"/>
                <a:cs typeface="+mn-lt"/>
              </a:rPr>
              <a:t>oppgaver</a:t>
            </a:r>
            <a:r>
              <a:rPr lang="en-US">
                <a:ea typeface="+mn-lt"/>
                <a:cs typeface="+mn-lt"/>
              </a:rPr>
              <a:t>, </a:t>
            </a:r>
            <a:r>
              <a:rPr lang="en-US" err="1">
                <a:ea typeface="+mn-lt"/>
                <a:cs typeface="+mn-lt"/>
              </a:rPr>
              <a:t>små</a:t>
            </a:r>
            <a:r>
              <a:rPr lang="en-US">
                <a:ea typeface="+mn-lt"/>
                <a:cs typeface="+mn-lt"/>
              </a:rPr>
              <a:t> </a:t>
            </a:r>
            <a:r>
              <a:rPr lang="en-US" err="1">
                <a:ea typeface="+mn-lt"/>
                <a:cs typeface="+mn-lt"/>
              </a:rPr>
              <a:t>kjerner</a:t>
            </a:r>
            <a:r>
              <a:rPr lang="en-US">
                <a:ea typeface="+mn-lt"/>
                <a:cs typeface="+mn-lt"/>
              </a:rPr>
              <a:t> </a:t>
            </a:r>
            <a:r>
              <a:rPr lang="en-US" err="1">
                <a:ea typeface="+mn-lt"/>
                <a:cs typeface="+mn-lt"/>
              </a:rPr>
              <a:t>til</a:t>
            </a:r>
            <a:r>
              <a:rPr lang="en-US">
                <a:ea typeface="+mn-lt"/>
                <a:cs typeface="+mn-lt"/>
              </a:rPr>
              <a:t> </a:t>
            </a:r>
            <a:r>
              <a:rPr lang="en-US" err="1">
                <a:ea typeface="+mn-lt"/>
                <a:cs typeface="+mn-lt"/>
              </a:rPr>
              <a:t>enkle</a:t>
            </a:r>
            <a:r>
              <a:rPr lang="en-US">
                <a:ea typeface="+mn-lt"/>
                <a:cs typeface="+mn-lt"/>
              </a:rPr>
              <a:t> (Arm, 2013)</a:t>
            </a:r>
            <a:endParaRPr lang="en-US"/>
          </a:p>
          <a:p>
            <a:pPr marL="305435" indent="-305435"/>
            <a:r>
              <a:rPr lang="en-US" err="1">
                <a:ea typeface="+mn-lt"/>
                <a:cs typeface="+mn-lt"/>
              </a:rPr>
              <a:t>Målet</a:t>
            </a:r>
            <a:r>
              <a:rPr lang="en-US">
                <a:ea typeface="+mn-lt"/>
                <a:cs typeface="+mn-lt"/>
              </a:rPr>
              <a:t>: </a:t>
            </a:r>
            <a:r>
              <a:rPr lang="en-US" err="1">
                <a:ea typeface="+mn-lt"/>
                <a:cs typeface="+mn-lt"/>
              </a:rPr>
              <a:t>ytelse</a:t>
            </a:r>
            <a:r>
              <a:rPr lang="en-US">
                <a:ea typeface="+mn-lt"/>
                <a:cs typeface="+mn-lt"/>
              </a:rPr>
              <a:t> per watt (Arm, 2013)</a:t>
            </a:r>
            <a:endParaRPr lang="en-US"/>
          </a:p>
          <a:p>
            <a:pPr marL="305435" indent="-305435"/>
            <a:endParaRPr lang="en-US"/>
          </a:p>
        </p:txBody>
      </p:sp>
    </p:spTree>
    <p:extLst>
      <p:ext uri="{BB962C8B-B14F-4D97-AF65-F5344CB8AC3E}">
        <p14:creationId xmlns:p14="http://schemas.microsoft.com/office/powerpoint/2010/main" val="871367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4FBB-4C08-3D7E-9990-262FBEC7CBE2}"/>
              </a:ext>
            </a:extLst>
          </p:cNvPr>
          <p:cNvSpPr>
            <a:spLocks noGrp="1"/>
          </p:cNvSpPr>
          <p:nvPr>
            <p:ph type="title"/>
          </p:nvPr>
        </p:nvSpPr>
        <p:spPr>
          <a:xfrm>
            <a:off x="581193" y="729658"/>
            <a:ext cx="11029616" cy="988332"/>
          </a:xfrm>
        </p:spPr>
        <p:txBody>
          <a:bodyPr anchor="b">
            <a:normAutofit/>
          </a:bodyPr>
          <a:lstStyle/>
          <a:p>
            <a:r>
              <a:rPr lang="en-US" err="1"/>
              <a:t>superdatamaskin</a:t>
            </a:r>
          </a:p>
        </p:txBody>
      </p:sp>
      <p:sp>
        <p:nvSpPr>
          <p:cNvPr id="3" name="Content Placeholder 2">
            <a:extLst>
              <a:ext uri="{FF2B5EF4-FFF2-40B4-BE49-F238E27FC236}">
                <a16:creationId xmlns:a16="http://schemas.microsoft.com/office/drawing/2014/main" id="{271196C5-39CA-401E-2D08-06B55ECA536D}"/>
              </a:ext>
            </a:extLst>
          </p:cNvPr>
          <p:cNvSpPr>
            <a:spLocks noGrp="1"/>
          </p:cNvSpPr>
          <p:nvPr>
            <p:ph sz="half" idx="1"/>
          </p:nvPr>
        </p:nvSpPr>
        <p:spPr>
          <a:xfrm>
            <a:off x="581193" y="2235699"/>
            <a:ext cx="5468571" cy="4210320"/>
          </a:xfrm>
        </p:spPr>
        <p:txBody>
          <a:bodyPr anchor="ctr">
            <a:normAutofit/>
          </a:bodyPr>
          <a:lstStyle/>
          <a:p>
            <a:pPr marL="305435" indent="-305435"/>
            <a:r>
              <a:rPr lang="en-US" err="1"/>
              <a:t>Tusenvis</a:t>
            </a:r>
            <a:r>
              <a:rPr lang="en-US"/>
              <a:t> av </a:t>
            </a:r>
            <a:r>
              <a:rPr lang="en-US" err="1"/>
              <a:t>prosessorer</a:t>
            </a:r>
            <a:r>
              <a:rPr lang="en-US"/>
              <a:t> </a:t>
            </a:r>
            <a:r>
              <a:rPr lang="en-US" err="1"/>
              <a:t>som</a:t>
            </a:r>
            <a:r>
              <a:rPr lang="en-US"/>
              <a:t> jobber </a:t>
            </a:r>
            <a:r>
              <a:rPr lang="en-US" err="1"/>
              <a:t>parallelt</a:t>
            </a:r>
            <a:r>
              <a:rPr lang="en-US"/>
              <a:t> («</a:t>
            </a:r>
            <a:r>
              <a:rPr lang="en-US" err="1"/>
              <a:t>Superdatamaskin</a:t>
            </a:r>
            <a:r>
              <a:rPr lang="en-US"/>
              <a:t>,» </a:t>
            </a:r>
            <a:r>
              <a:rPr lang="en-US" err="1"/>
              <a:t>u.å</a:t>
            </a:r>
            <a:r>
              <a:rPr lang="en-US"/>
              <a:t>.)</a:t>
            </a:r>
            <a:endParaRPr lang="en-US" dirty="0"/>
          </a:p>
          <a:p>
            <a:pPr marL="305435" indent="-305435"/>
            <a:r>
              <a:rPr lang="en-US" err="1"/>
              <a:t>Brukes</a:t>
            </a:r>
            <a:r>
              <a:rPr lang="en-US"/>
              <a:t> </a:t>
            </a:r>
            <a:r>
              <a:rPr lang="en-US" err="1"/>
              <a:t>til</a:t>
            </a:r>
            <a:r>
              <a:rPr lang="en-US"/>
              <a:t> </a:t>
            </a:r>
            <a:r>
              <a:rPr lang="en-US" err="1"/>
              <a:t>klima</a:t>
            </a:r>
            <a:r>
              <a:rPr lang="en-US"/>
              <a:t>, </a:t>
            </a:r>
            <a:r>
              <a:rPr lang="en-US" err="1"/>
              <a:t>vær</a:t>
            </a:r>
            <a:r>
              <a:rPr lang="en-US"/>
              <a:t>, </a:t>
            </a:r>
            <a:r>
              <a:rPr lang="en-US" err="1"/>
              <a:t>medisin</a:t>
            </a:r>
            <a:r>
              <a:rPr lang="en-US"/>
              <a:t> </a:t>
            </a:r>
            <a:r>
              <a:rPr lang="en-US" err="1"/>
              <a:t>og</a:t>
            </a:r>
            <a:r>
              <a:rPr lang="en-US"/>
              <a:t> KI («</a:t>
            </a:r>
            <a:r>
              <a:rPr lang="en-US" err="1"/>
              <a:t>Superdatamaskin</a:t>
            </a:r>
            <a:r>
              <a:rPr lang="en-US"/>
              <a:t>,» </a:t>
            </a:r>
            <a:r>
              <a:rPr lang="en-US" err="1"/>
              <a:t>u.å</a:t>
            </a:r>
            <a:r>
              <a:rPr lang="en-US"/>
              <a:t>.)</a:t>
            </a:r>
            <a:endParaRPr lang="en-US" dirty="0"/>
          </a:p>
          <a:p>
            <a:pPr marL="305435" indent="-305435"/>
            <a:r>
              <a:rPr lang="en-US" err="1"/>
              <a:t>Måles</a:t>
            </a:r>
            <a:r>
              <a:rPr lang="en-US"/>
              <a:t> </a:t>
            </a:r>
            <a:r>
              <a:rPr lang="en-US" err="1"/>
              <a:t>i</a:t>
            </a:r>
            <a:r>
              <a:rPr lang="en-US"/>
              <a:t> FLOPS </a:t>
            </a:r>
            <a:r>
              <a:rPr lang="en-US" err="1"/>
              <a:t>og</a:t>
            </a:r>
            <a:r>
              <a:rPr lang="en-US"/>
              <a:t> </a:t>
            </a:r>
            <a:r>
              <a:rPr lang="en-US" err="1"/>
              <a:t>rangeres</a:t>
            </a:r>
            <a:r>
              <a:rPr lang="en-US"/>
              <a:t> </a:t>
            </a:r>
            <a:r>
              <a:rPr lang="en-US" err="1"/>
              <a:t>på</a:t>
            </a:r>
            <a:r>
              <a:rPr lang="en-US"/>
              <a:t> TOP500 (TOP500, </a:t>
            </a:r>
            <a:r>
              <a:rPr lang="en-US" err="1"/>
              <a:t>u.å</a:t>
            </a:r>
            <a:r>
              <a:rPr lang="en-US"/>
              <a:t>.)</a:t>
            </a:r>
            <a:endParaRPr lang="en-US" dirty="0"/>
          </a:p>
          <a:p>
            <a:pPr marL="305435" indent="-305435"/>
            <a:r>
              <a:rPr lang="en-US"/>
              <a:t>Eksempel: LUMI </a:t>
            </a:r>
            <a:r>
              <a:rPr lang="en-US" err="1"/>
              <a:t>i</a:t>
            </a:r>
            <a:r>
              <a:rPr lang="en-US"/>
              <a:t> Finland, </a:t>
            </a:r>
            <a:r>
              <a:rPr lang="en-US" err="1"/>
              <a:t>som</a:t>
            </a:r>
            <a:r>
              <a:rPr lang="en-US"/>
              <a:t> Norge er med </a:t>
            </a:r>
            <a:r>
              <a:rPr lang="en-US" err="1"/>
              <a:t>og</a:t>
            </a:r>
            <a:r>
              <a:rPr lang="en-US"/>
              <a:t> </a:t>
            </a:r>
            <a:r>
              <a:rPr lang="en-US" err="1"/>
              <a:t>eier</a:t>
            </a:r>
            <a:r>
              <a:rPr lang="en-US"/>
              <a:t> (Sigma2, 2022)</a:t>
            </a:r>
            <a:endParaRPr lang="en-US" dirty="0"/>
          </a:p>
          <a:p>
            <a:pPr marL="305435" indent="-305435"/>
            <a:r>
              <a:rPr lang="en-US"/>
              <a:t>Bruker </a:t>
            </a:r>
            <a:r>
              <a:rPr lang="en-US" err="1"/>
              <a:t>enormt</a:t>
            </a:r>
            <a:r>
              <a:rPr lang="en-US"/>
              <a:t> </a:t>
            </a:r>
            <a:r>
              <a:rPr lang="en-US" err="1"/>
              <a:t>mye</a:t>
            </a:r>
            <a:r>
              <a:rPr lang="en-US"/>
              <a:t> </a:t>
            </a:r>
            <a:r>
              <a:rPr lang="en-US" err="1"/>
              <a:t>strøm</a:t>
            </a:r>
            <a:r>
              <a:rPr lang="en-US"/>
              <a:t> </a:t>
            </a:r>
            <a:r>
              <a:rPr lang="en-US" err="1"/>
              <a:t>og</a:t>
            </a:r>
            <a:r>
              <a:rPr lang="en-US"/>
              <a:t> </a:t>
            </a:r>
            <a:r>
              <a:rPr lang="en-US" err="1"/>
              <a:t>krever</a:t>
            </a:r>
            <a:r>
              <a:rPr lang="en-US"/>
              <a:t> </a:t>
            </a:r>
            <a:r>
              <a:rPr lang="en-US" err="1"/>
              <a:t>avansert</a:t>
            </a:r>
            <a:r>
              <a:rPr lang="en-US"/>
              <a:t> </a:t>
            </a:r>
            <a:r>
              <a:rPr lang="en-US" err="1"/>
              <a:t>kjøling</a:t>
            </a:r>
            <a:r>
              <a:rPr lang="en-US"/>
              <a:t> (KIT, 2021)</a:t>
            </a:r>
            <a:endParaRPr lang="en-US" dirty="0"/>
          </a:p>
          <a:p>
            <a:pPr marL="305435" indent="-305435"/>
            <a:endParaRPr lang="en-US" dirty="0"/>
          </a:p>
        </p:txBody>
      </p:sp>
      <p:pic>
        <p:nvPicPr>
          <p:cNvPr id="6" name="Picture 5" descr="Supercomputer - Wikipedia">
            <a:extLst>
              <a:ext uri="{FF2B5EF4-FFF2-40B4-BE49-F238E27FC236}">
                <a16:creationId xmlns:a16="http://schemas.microsoft.com/office/drawing/2014/main" id="{6A9D0AEF-3332-C475-2F4F-6D4140F96A04}"/>
              </a:ext>
            </a:extLst>
          </p:cNvPr>
          <p:cNvPicPr>
            <a:picLocks noChangeAspect="1"/>
          </p:cNvPicPr>
          <p:nvPr/>
        </p:nvPicPr>
        <p:blipFill>
          <a:blip r:embed="rId3"/>
          <a:stretch>
            <a:fillRect/>
          </a:stretch>
        </p:blipFill>
        <p:spPr>
          <a:xfrm>
            <a:off x="6188417" y="2248359"/>
            <a:ext cx="5422392" cy="3592334"/>
          </a:xfrm>
          <a:prstGeom prst="rect">
            <a:avLst/>
          </a:prstGeom>
          <a:noFill/>
        </p:spPr>
      </p:pic>
    </p:spTree>
    <p:extLst>
      <p:ext uri="{BB962C8B-B14F-4D97-AF65-F5344CB8AC3E}">
        <p14:creationId xmlns:p14="http://schemas.microsoft.com/office/powerpoint/2010/main" val="3439125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4F3DC-B117-3E98-368B-31FD15DF8648}"/>
              </a:ext>
            </a:extLst>
          </p:cNvPr>
          <p:cNvSpPr>
            <a:spLocks noGrp="1"/>
          </p:cNvSpPr>
          <p:nvPr>
            <p:ph type="title"/>
          </p:nvPr>
        </p:nvSpPr>
        <p:spPr/>
        <p:txBody>
          <a:bodyPr/>
          <a:lstStyle/>
          <a:p>
            <a:r>
              <a:rPr lang="en-US" dirty="0" err="1"/>
              <a:t>Bladserver</a:t>
            </a:r>
            <a:endParaRPr lang="en-US" dirty="0"/>
          </a:p>
        </p:txBody>
      </p:sp>
      <p:sp>
        <p:nvSpPr>
          <p:cNvPr id="3" name="Content Placeholder 2">
            <a:extLst>
              <a:ext uri="{FF2B5EF4-FFF2-40B4-BE49-F238E27FC236}">
                <a16:creationId xmlns:a16="http://schemas.microsoft.com/office/drawing/2014/main" id="{8AA5053C-A7E2-ED3F-DE5A-CC5854A01577}"/>
              </a:ext>
            </a:extLst>
          </p:cNvPr>
          <p:cNvSpPr>
            <a:spLocks noGrp="1"/>
          </p:cNvSpPr>
          <p:nvPr>
            <p:ph idx="1"/>
          </p:nvPr>
        </p:nvSpPr>
        <p:spPr/>
        <p:txBody>
          <a:bodyPr/>
          <a:lstStyle/>
          <a:p>
            <a:r>
              <a:rPr lang="en-US" dirty="0" err="1"/>
              <a:t>Dyrere</a:t>
            </a:r>
            <a:r>
              <a:rPr lang="en-US" dirty="0"/>
              <a:t> </a:t>
            </a:r>
            <a:r>
              <a:rPr lang="en-US" dirty="0" err="1"/>
              <a:t>og</a:t>
            </a:r>
            <a:r>
              <a:rPr lang="en-US" dirty="0"/>
              <a:t> </a:t>
            </a:r>
            <a:r>
              <a:rPr lang="en-US" dirty="0" err="1"/>
              <a:t>kraftigere</a:t>
            </a:r>
            <a:r>
              <a:rPr lang="en-US" dirty="0"/>
              <a:t> </a:t>
            </a:r>
            <a:r>
              <a:rPr lang="en-US" dirty="0" err="1"/>
              <a:t>enn</a:t>
            </a:r>
            <a:r>
              <a:rPr lang="en-US" dirty="0"/>
              <a:t> </a:t>
            </a:r>
            <a:r>
              <a:rPr lang="en-US" dirty="0" err="1"/>
              <a:t>andre</a:t>
            </a:r>
            <a:r>
              <a:rPr lang="en-US" dirty="0"/>
              <a:t> </a:t>
            </a:r>
            <a:r>
              <a:rPr lang="en-US" dirty="0" err="1"/>
              <a:t>vanlige</a:t>
            </a:r>
            <a:r>
              <a:rPr lang="en-US" dirty="0"/>
              <a:t> </a:t>
            </a:r>
            <a:r>
              <a:rPr lang="en-US" dirty="0" err="1"/>
              <a:t>datamaskiner</a:t>
            </a:r>
            <a:r>
              <a:rPr lang="en-US" dirty="0"/>
              <a:t>.</a:t>
            </a:r>
          </a:p>
          <a:p>
            <a:r>
              <a:rPr lang="en-US" dirty="0" err="1"/>
              <a:t>Laget</a:t>
            </a:r>
            <a:r>
              <a:rPr lang="en-US" dirty="0"/>
              <a:t> for å </a:t>
            </a:r>
            <a:r>
              <a:rPr lang="en-US" dirty="0" err="1"/>
              <a:t>kunne</a:t>
            </a:r>
            <a:r>
              <a:rPr lang="en-US" dirty="0"/>
              <a:t> stables, for å </a:t>
            </a:r>
            <a:r>
              <a:rPr lang="en-US" dirty="0" err="1"/>
              <a:t>utvide</a:t>
            </a:r>
            <a:r>
              <a:rPr lang="en-US" dirty="0"/>
              <a:t> </a:t>
            </a:r>
            <a:r>
              <a:rPr lang="en-US" dirty="0" err="1"/>
              <a:t>kraften</a:t>
            </a:r>
            <a:r>
              <a:rPr lang="en-US" dirty="0"/>
              <a:t>. (Enterasys, 2011, s. 6)</a:t>
            </a:r>
          </a:p>
          <a:p>
            <a:r>
              <a:rPr lang="en-US" dirty="0" err="1"/>
              <a:t>Prioriterer</a:t>
            </a:r>
            <a:r>
              <a:rPr lang="en-US" dirty="0"/>
              <a:t> fart, </a:t>
            </a:r>
            <a:r>
              <a:rPr lang="en-US" dirty="0" err="1"/>
              <a:t>minne</a:t>
            </a:r>
            <a:r>
              <a:rPr lang="en-US" dirty="0"/>
              <a:t> </a:t>
            </a:r>
            <a:r>
              <a:rPr lang="en-US" dirty="0" err="1"/>
              <a:t>og</a:t>
            </a:r>
            <a:r>
              <a:rPr lang="en-US" dirty="0"/>
              <a:t> </a:t>
            </a:r>
            <a:r>
              <a:rPr lang="en-US" dirty="0" err="1"/>
              <a:t>nettverk</a:t>
            </a:r>
            <a:r>
              <a:rPr lang="en-US" dirty="0"/>
              <a:t>.</a:t>
            </a:r>
          </a:p>
          <a:p>
            <a:r>
              <a:rPr lang="en-US" dirty="0" err="1"/>
              <a:t>Ofte</a:t>
            </a:r>
            <a:r>
              <a:rPr lang="en-US" dirty="0"/>
              <a:t> </a:t>
            </a:r>
            <a:r>
              <a:rPr lang="en-US" dirty="0" err="1"/>
              <a:t>uten</a:t>
            </a:r>
            <a:r>
              <a:rPr lang="en-US" dirty="0"/>
              <a:t> </a:t>
            </a:r>
            <a:r>
              <a:rPr lang="en-US" dirty="0" err="1"/>
              <a:t>skjermtilkobling</a:t>
            </a:r>
            <a:r>
              <a:rPr lang="en-US" dirty="0"/>
              <a:t>, </a:t>
            </a:r>
            <a:r>
              <a:rPr lang="en-US" dirty="0" err="1"/>
              <a:t>og</a:t>
            </a:r>
            <a:r>
              <a:rPr lang="en-US" dirty="0"/>
              <a:t> </a:t>
            </a:r>
            <a:r>
              <a:rPr lang="en-US" dirty="0" err="1"/>
              <a:t>styres</a:t>
            </a:r>
            <a:r>
              <a:rPr lang="en-US" dirty="0"/>
              <a:t> </a:t>
            </a:r>
            <a:r>
              <a:rPr lang="en-US" dirty="0" err="1"/>
              <a:t>gjennom</a:t>
            </a:r>
            <a:r>
              <a:rPr lang="en-US" dirty="0"/>
              <a:t> </a:t>
            </a:r>
            <a:r>
              <a:rPr lang="en-US" dirty="0" err="1"/>
              <a:t>nettverk</a:t>
            </a:r>
            <a:r>
              <a:rPr lang="en-US" dirty="0"/>
              <a:t>.</a:t>
            </a:r>
          </a:p>
          <a:p>
            <a:r>
              <a:rPr lang="en-US" dirty="0" err="1"/>
              <a:t>Ofte</a:t>
            </a:r>
            <a:r>
              <a:rPr lang="en-US" dirty="0"/>
              <a:t> </a:t>
            </a:r>
            <a:r>
              <a:rPr lang="en-US" dirty="0" err="1"/>
              <a:t>høylytte</a:t>
            </a:r>
            <a:r>
              <a:rPr lang="en-US" dirty="0"/>
              <a:t>, da </a:t>
            </a:r>
            <a:r>
              <a:rPr lang="en-US" dirty="0" err="1"/>
              <a:t>støyproduksjon</a:t>
            </a:r>
            <a:r>
              <a:rPr lang="en-US" dirty="0"/>
              <a:t> </a:t>
            </a:r>
            <a:r>
              <a:rPr lang="en-US" dirty="0" err="1"/>
              <a:t>ikke</a:t>
            </a:r>
            <a:r>
              <a:rPr lang="en-US" dirty="0"/>
              <a:t> er </a:t>
            </a:r>
            <a:r>
              <a:rPr lang="en-US" dirty="0" err="1"/>
              <a:t>en</a:t>
            </a:r>
            <a:r>
              <a:rPr lang="en-US" dirty="0"/>
              <a:t> </a:t>
            </a:r>
            <a:r>
              <a:rPr lang="en-US" dirty="0" err="1"/>
              <a:t>faktor</a:t>
            </a:r>
            <a:r>
              <a:rPr lang="en-US" dirty="0"/>
              <a:t>.</a:t>
            </a:r>
          </a:p>
          <a:p>
            <a:r>
              <a:rPr lang="en-US" dirty="0" err="1"/>
              <a:t>Brukes</a:t>
            </a:r>
            <a:r>
              <a:rPr lang="en-US" dirty="0"/>
              <a:t> </a:t>
            </a:r>
            <a:r>
              <a:rPr lang="en-US" dirty="0" err="1"/>
              <a:t>til</a:t>
            </a:r>
            <a:r>
              <a:rPr lang="en-US" dirty="0"/>
              <a:t> </a:t>
            </a:r>
            <a:r>
              <a:rPr lang="en-US" dirty="0" err="1"/>
              <a:t>databaser</a:t>
            </a:r>
            <a:r>
              <a:rPr lang="en-US" dirty="0"/>
              <a:t>, </a:t>
            </a:r>
            <a:r>
              <a:rPr lang="en-US" dirty="0" err="1"/>
              <a:t>applikasjoner</a:t>
            </a:r>
            <a:r>
              <a:rPr lang="en-US" dirty="0"/>
              <a:t>, </a:t>
            </a:r>
            <a:r>
              <a:rPr lang="en-US" dirty="0" err="1"/>
              <a:t>styringssystemer</a:t>
            </a:r>
            <a:r>
              <a:rPr lang="en-US" dirty="0"/>
              <a:t> etc.</a:t>
            </a:r>
          </a:p>
        </p:txBody>
      </p:sp>
      <p:pic>
        <p:nvPicPr>
          <p:cNvPr id="5" name="Bilde 4">
            <a:extLst>
              <a:ext uri="{FF2B5EF4-FFF2-40B4-BE49-F238E27FC236}">
                <a16:creationId xmlns:a16="http://schemas.microsoft.com/office/drawing/2014/main" id="{4F61F996-67C2-7891-3E87-761F150802AE}"/>
              </a:ext>
            </a:extLst>
          </p:cNvPr>
          <p:cNvPicPr>
            <a:picLocks noChangeAspect="1"/>
          </p:cNvPicPr>
          <p:nvPr/>
        </p:nvPicPr>
        <p:blipFill>
          <a:blip r:embed="rId3"/>
          <a:stretch>
            <a:fillRect/>
          </a:stretch>
        </p:blipFill>
        <p:spPr>
          <a:xfrm>
            <a:off x="7559321" y="2621440"/>
            <a:ext cx="4138308" cy="2520606"/>
          </a:xfrm>
          <a:prstGeom prst="rect">
            <a:avLst/>
          </a:prstGeom>
        </p:spPr>
      </p:pic>
      <p:sp>
        <p:nvSpPr>
          <p:cNvPr id="6" name="TekstSylinder 5">
            <a:extLst>
              <a:ext uri="{FF2B5EF4-FFF2-40B4-BE49-F238E27FC236}">
                <a16:creationId xmlns:a16="http://schemas.microsoft.com/office/drawing/2014/main" id="{5B87D0A5-867B-9ABC-40FD-6343CBE44730}"/>
              </a:ext>
            </a:extLst>
          </p:cNvPr>
          <p:cNvSpPr txBox="1"/>
          <p:nvPr/>
        </p:nvSpPr>
        <p:spPr>
          <a:xfrm>
            <a:off x="7327096" y="5142046"/>
            <a:ext cx="4602758" cy="307777"/>
          </a:xfrm>
          <a:prstGeom prst="rect">
            <a:avLst/>
          </a:prstGeom>
          <a:noFill/>
        </p:spPr>
        <p:txBody>
          <a:bodyPr wrap="square" rtlCol="0">
            <a:spAutoFit/>
          </a:bodyPr>
          <a:lstStyle/>
          <a:p>
            <a:r>
              <a:rPr lang="en-US" sz="1400" dirty="0"/>
              <a:t>Supermicro SBI-7228R-T2X, </a:t>
            </a:r>
            <a:r>
              <a:rPr lang="en-US" sz="1400" dirty="0" err="1"/>
              <a:t>bilde</a:t>
            </a:r>
            <a:r>
              <a:rPr lang="en-US" sz="1400" dirty="0"/>
              <a:t> tatt av Dmitry </a:t>
            </a:r>
            <a:r>
              <a:rPr lang="en-US" sz="1400" dirty="0" err="1"/>
              <a:t>Nosachev</a:t>
            </a:r>
            <a:r>
              <a:rPr lang="en-US" sz="1400" dirty="0"/>
              <a:t>.</a:t>
            </a:r>
          </a:p>
        </p:txBody>
      </p:sp>
    </p:spTree>
    <p:extLst>
      <p:ext uri="{BB962C8B-B14F-4D97-AF65-F5344CB8AC3E}">
        <p14:creationId xmlns:p14="http://schemas.microsoft.com/office/powerpoint/2010/main" val="2975550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35224-77AA-6263-D3E1-A37B011510A5}"/>
              </a:ext>
            </a:extLst>
          </p:cNvPr>
          <p:cNvSpPr>
            <a:spLocks noGrp="1"/>
          </p:cNvSpPr>
          <p:nvPr>
            <p:ph type="title"/>
          </p:nvPr>
        </p:nvSpPr>
        <p:spPr/>
        <p:txBody>
          <a:bodyPr/>
          <a:lstStyle/>
          <a:p>
            <a:r>
              <a:rPr lang="en-GB" err="1"/>
              <a:t>Kildeliste</a:t>
            </a:r>
            <a:r>
              <a:rPr lang="en-GB"/>
              <a:t> </a:t>
            </a:r>
            <a:r>
              <a:rPr lang="en-GB" err="1"/>
              <a:t>Prosesssorer</a:t>
            </a:r>
            <a:endParaRPr lang="nn-NO"/>
          </a:p>
        </p:txBody>
      </p:sp>
      <p:sp>
        <p:nvSpPr>
          <p:cNvPr id="3" name="Content Placeholder 2">
            <a:extLst>
              <a:ext uri="{FF2B5EF4-FFF2-40B4-BE49-F238E27FC236}">
                <a16:creationId xmlns:a16="http://schemas.microsoft.com/office/drawing/2014/main" id="{4E10145F-DD77-C877-2B08-385188FBFB2F}"/>
              </a:ext>
            </a:extLst>
          </p:cNvPr>
          <p:cNvSpPr>
            <a:spLocks noGrp="1"/>
          </p:cNvSpPr>
          <p:nvPr>
            <p:ph idx="1"/>
          </p:nvPr>
        </p:nvSpPr>
        <p:spPr/>
        <p:txBody>
          <a:bodyPr/>
          <a:lstStyle/>
          <a:p>
            <a:r>
              <a:rPr lang="en-GB" dirty="0"/>
              <a:t>Lingala, S. S. (2025, 01 23). </a:t>
            </a:r>
            <a:r>
              <a:rPr lang="en-GB" i="1" dirty="0"/>
              <a:t>17 Processor Types Every Engineer Should Know</a:t>
            </a:r>
            <a:r>
              <a:rPr lang="en-GB" dirty="0"/>
              <a:t>. </a:t>
            </a:r>
            <a:r>
              <a:rPr lang="nn-NO" dirty="0"/>
              <a:t>Henta frå LinkedIn: https://www.linkedin.com/pulse/ultimate-chip-showdown-17-game-changing-processors-you-lingala-qhz1f/</a:t>
            </a:r>
          </a:p>
          <a:p>
            <a:pPr marL="305435" indent="-305435"/>
            <a:r>
              <a:rPr lang="nn-NO" dirty="0"/>
              <a:t> </a:t>
            </a:r>
            <a:r>
              <a:rPr lang="nn-NO" dirty="0" err="1">
                <a:latin typeface="Aptos"/>
              </a:rPr>
              <a:t>Nätt</a:t>
            </a:r>
            <a:r>
              <a:rPr lang="nn-NO" dirty="0">
                <a:latin typeface="Aptos"/>
              </a:rPr>
              <a:t>, T. H. (2025, februar 22). </a:t>
            </a:r>
            <a:r>
              <a:rPr lang="nn-NO" i="1" dirty="0">
                <a:latin typeface="Aptos"/>
              </a:rPr>
              <a:t>mikroprosessor</a:t>
            </a:r>
            <a:r>
              <a:rPr lang="nn-NO" dirty="0">
                <a:latin typeface="Aptos"/>
              </a:rPr>
              <a:t>. Henta frå </a:t>
            </a:r>
            <a:r>
              <a:rPr lang="nn-NO" dirty="0" err="1">
                <a:latin typeface="Aptos"/>
              </a:rPr>
              <a:t>Snl</a:t>
            </a:r>
            <a:r>
              <a:rPr lang="nn-NO" dirty="0">
                <a:latin typeface="Aptos"/>
              </a:rPr>
              <a:t>: </a:t>
            </a:r>
            <a:r>
              <a:rPr lang="nn-NO" dirty="0">
                <a:latin typeface="Aptos"/>
                <a:hlinkClick r:id="rId2"/>
              </a:rPr>
              <a:t>https://snl.no/mikroprosessor</a:t>
            </a:r>
          </a:p>
          <a:p>
            <a:pPr marL="305435" indent="-305435"/>
            <a:endParaRPr lang="nn-NO" dirty="0"/>
          </a:p>
          <a:p>
            <a:endParaRPr lang="nn-NO" dirty="0"/>
          </a:p>
        </p:txBody>
      </p:sp>
    </p:spTree>
    <p:extLst>
      <p:ext uri="{BB962C8B-B14F-4D97-AF65-F5344CB8AC3E}">
        <p14:creationId xmlns:p14="http://schemas.microsoft.com/office/powerpoint/2010/main" val="1851662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92E0-E268-3B05-CC73-C9DCBFC11174}"/>
              </a:ext>
            </a:extLst>
          </p:cNvPr>
          <p:cNvSpPr>
            <a:spLocks noGrp="1"/>
          </p:cNvSpPr>
          <p:nvPr>
            <p:ph type="title"/>
          </p:nvPr>
        </p:nvSpPr>
        <p:spPr/>
        <p:txBody>
          <a:bodyPr/>
          <a:lstStyle/>
          <a:p>
            <a:r>
              <a:rPr lang="en-US" err="1"/>
              <a:t>Kildeliste</a:t>
            </a:r>
            <a:r>
              <a:rPr lang="en-US"/>
              <a:t> </a:t>
            </a:r>
            <a:r>
              <a:rPr lang="en-US" err="1"/>
              <a:t>datamaskiner</a:t>
            </a:r>
          </a:p>
        </p:txBody>
      </p:sp>
      <p:sp>
        <p:nvSpPr>
          <p:cNvPr id="3" name="Content Placeholder 2">
            <a:extLst>
              <a:ext uri="{FF2B5EF4-FFF2-40B4-BE49-F238E27FC236}">
                <a16:creationId xmlns:a16="http://schemas.microsoft.com/office/drawing/2014/main" id="{799F9FB0-79B8-FFEF-8AB9-0C0BF537A79E}"/>
              </a:ext>
            </a:extLst>
          </p:cNvPr>
          <p:cNvSpPr>
            <a:spLocks noGrp="1"/>
          </p:cNvSpPr>
          <p:nvPr>
            <p:ph idx="1"/>
          </p:nvPr>
        </p:nvSpPr>
        <p:spPr/>
        <p:txBody>
          <a:bodyPr>
            <a:normAutofit fontScale="55000" lnSpcReduction="20000"/>
          </a:bodyPr>
          <a:lstStyle/>
          <a:p>
            <a:pPr marL="305435" indent="-305435"/>
            <a:r>
              <a:rPr lang="en-US" dirty="0">
                <a:ea typeface="+mn-lt"/>
                <a:cs typeface="+mn-lt"/>
              </a:rPr>
              <a:t>Apple. (2020, 10. </a:t>
            </a:r>
            <a:r>
              <a:rPr lang="en-US" dirty="0" err="1">
                <a:ea typeface="+mn-lt"/>
                <a:cs typeface="+mn-lt"/>
              </a:rPr>
              <a:t>november</a:t>
            </a:r>
            <a:r>
              <a:rPr lang="en-US" dirty="0">
                <a:ea typeface="+mn-lt"/>
                <a:cs typeface="+mn-lt"/>
              </a:rPr>
              <a:t>). </a:t>
            </a:r>
            <a:r>
              <a:rPr lang="en-US" i="1" dirty="0">
                <a:ea typeface="+mn-lt"/>
                <a:cs typeface="+mn-lt"/>
              </a:rPr>
              <a:t>Apple unleashes M1</a:t>
            </a:r>
            <a:r>
              <a:rPr lang="en-US" dirty="0">
                <a:ea typeface="+mn-lt"/>
                <a:cs typeface="+mn-lt"/>
              </a:rPr>
              <a:t> [</a:t>
            </a:r>
            <a:r>
              <a:rPr lang="en-US" dirty="0" err="1">
                <a:ea typeface="+mn-lt"/>
                <a:cs typeface="+mn-lt"/>
              </a:rPr>
              <a:t>Pressemelding</a:t>
            </a:r>
            <a:r>
              <a:rPr lang="en-US" dirty="0">
                <a:ea typeface="+mn-lt"/>
                <a:cs typeface="+mn-lt"/>
              </a:rPr>
              <a:t>]. </a:t>
            </a:r>
            <a:r>
              <a:rPr lang="en-US" dirty="0">
                <a:ea typeface="+mn-lt"/>
                <a:cs typeface="+mn-lt"/>
                <a:hlinkClick r:id="rId2"/>
              </a:rPr>
              <a:t>https://www.apple.com/newsroom/2020/11/apple-unleashes-m1/</a:t>
            </a:r>
            <a:endParaRPr lang="en-US" dirty="0">
              <a:ea typeface="+mn-lt"/>
              <a:cs typeface="+mn-lt"/>
            </a:endParaRPr>
          </a:p>
          <a:p>
            <a:pPr marL="305435" indent="-305435"/>
            <a:r>
              <a:rPr lang="en-US" dirty="0">
                <a:ea typeface="+mn-lt"/>
                <a:cs typeface="+mn-lt"/>
              </a:rPr>
              <a:t>Arm. (2013, 26. </a:t>
            </a:r>
            <a:r>
              <a:rPr lang="en-US" dirty="0" err="1">
                <a:ea typeface="+mn-lt"/>
                <a:cs typeface="+mn-lt"/>
              </a:rPr>
              <a:t>februar</a:t>
            </a:r>
            <a:r>
              <a:rPr lang="en-US" dirty="0">
                <a:ea typeface="+mn-lt"/>
                <a:cs typeface="+mn-lt"/>
              </a:rPr>
              <a:t>). </a:t>
            </a:r>
            <a:r>
              <a:rPr lang="en-US" i="1" dirty="0">
                <a:ea typeface="+mn-lt"/>
                <a:cs typeface="+mn-lt"/>
              </a:rPr>
              <a:t>Adoption of ARM </a:t>
            </a:r>
            <a:r>
              <a:rPr lang="en-US" i="1" dirty="0" err="1">
                <a:ea typeface="+mn-lt"/>
                <a:cs typeface="+mn-lt"/>
              </a:rPr>
              <a:t>big.LITTLE</a:t>
            </a:r>
            <a:r>
              <a:rPr lang="en-US" i="1" dirty="0">
                <a:ea typeface="+mn-lt"/>
                <a:cs typeface="+mn-lt"/>
              </a:rPr>
              <a:t> technology accelerates</a:t>
            </a:r>
            <a:r>
              <a:rPr lang="en-US" dirty="0">
                <a:ea typeface="+mn-lt"/>
                <a:cs typeface="+mn-lt"/>
              </a:rPr>
              <a:t> [</a:t>
            </a:r>
            <a:r>
              <a:rPr lang="en-US" dirty="0" err="1">
                <a:ea typeface="+mn-lt"/>
                <a:cs typeface="+mn-lt"/>
              </a:rPr>
              <a:t>Pressemelding</a:t>
            </a:r>
            <a:r>
              <a:rPr lang="en-US" dirty="0">
                <a:ea typeface="+mn-lt"/>
                <a:cs typeface="+mn-lt"/>
              </a:rPr>
              <a:t>]. </a:t>
            </a:r>
            <a:r>
              <a:rPr lang="en-US" dirty="0">
                <a:ea typeface="+mn-lt"/>
                <a:cs typeface="+mn-lt"/>
                <a:hlinkClick r:id="rId3"/>
              </a:rPr>
              <a:t>https://www.arm.com/company/news/2013/02/adoption-of-arm-biglittle-technology-accelerates</a:t>
            </a:r>
            <a:endParaRPr lang="en-US" dirty="0">
              <a:ea typeface="+mn-lt"/>
              <a:cs typeface="+mn-lt"/>
            </a:endParaRPr>
          </a:p>
          <a:p>
            <a:pPr marL="305435" indent="-305435"/>
            <a:r>
              <a:rPr lang="en-US" dirty="0" err="1">
                <a:ea typeface="+mn-lt"/>
                <a:cs typeface="+mn-lt"/>
              </a:rPr>
              <a:t>Bramsiepe</a:t>
            </a:r>
            <a:r>
              <a:rPr lang="en-US" dirty="0">
                <a:ea typeface="+mn-lt"/>
                <a:cs typeface="+mn-lt"/>
              </a:rPr>
              <a:t>, A. (2021). [</a:t>
            </a:r>
            <a:r>
              <a:rPr lang="en-US" dirty="0" err="1">
                <a:ea typeface="+mn-lt"/>
                <a:cs typeface="+mn-lt"/>
              </a:rPr>
              <a:t>Superdatamaskinen</a:t>
            </a:r>
            <a:r>
              <a:rPr lang="en-US" dirty="0">
                <a:ea typeface="+mn-lt"/>
                <a:cs typeface="+mn-lt"/>
              </a:rPr>
              <a:t> </a:t>
            </a:r>
            <a:r>
              <a:rPr lang="en-US" dirty="0" err="1">
                <a:ea typeface="+mn-lt"/>
                <a:cs typeface="+mn-lt"/>
              </a:rPr>
              <a:t>HoreKa</a:t>
            </a:r>
            <a:r>
              <a:rPr lang="en-US" dirty="0">
                <a:ea typeface="+mn-lt"/>
                <a:cs typeface="+mn-lt"/>
              </a:rPr>
              <a:t> </a:t>
            </a:r>
            <a:r>
              <a:rPr lang="en-US" dirty="0" err="1">
                <a:ea typeface="+mn-lt"/>
                <a:cs typeface="+mn-lt"/>
              </a:rPr>
              <a:t>i</a:t>
            </a:r>
            <a:r>
              <a:rPr lang="en-US" dirty="0">
                <a:ea typeface="+mn-lt"/>
                <a:cs typeface="+mn-lt"/>
              </a:rPr>
              <a:t> SCC-</a:t>
            </a:r>
            <a:r>
              <a:rPr lang="en-US" dirty="0" err="1">
                <a:ea typeface="+mn-lt"/>
                <a:cs typeface="+mn-lt"/>
              </a:rPr>
              <a:t>datasenteret</a:t>
            </a:r>
            <a:r>
              <a:rPr lang="en-US" dirty="0">
                <a:ea typeface="+mn-lt"/>
                <a:cs typeface="+mn-lt"/>
              </a:rPr>
              <a:t> </a:t>
            </a:r>
            <a:r>
              <a:rPr lang="en-US" dirty="0" err="1">
                <a:ea typeface="+mn-lt"/>
                <a:cs typeface="+mn-lt"/>
              </a:rPr>
              <a:t>ved</a:t>
            </a:r>
            <a:r>
              <a:rPr lang="en-US" dirty="0">
                <a:ea typeface="+mn-lt"/>
                <a:cs typeface="+mn-lt"/>
              </a:rPr>
              <a:t> KIT] [</a:t>
            </a:r>
            <a:r>
              <a:rPr lang="en-US" dirty="0" err="1">
                <a:ea typeface="+mn-lt"/>
                <a:cs typeface="+mn-lt"/>
              </a:rPr>
              <a:t>Fotografi</a:t>
            </a:r>
            <a:r>
              <a:rPr lang="en-US" dirty="0">
                <a:ea typeface="+mn-lt"/>
                <a:cs typeface="+mn-lt"/>
              </a:rPr>
              <a:t>]. Karlsruhe Institute of Technology. </a:t>
            </a:r>
            <a:r>
              <a:rPr lang="en-US" dirty="0">
                <a:ea typeface="+mn-lt"/>
                <a:cs typeface="+mn-lt"/>
                <a:hlinkClick r:id="rId4"/>
              </a:rPr>
              <a:t>https://www.kit.edu/kit/english/pi_2021_059_kit-supercomputer-one-of-the-15-fastest-in-europe.php</a:t>
            </a:r>
            <a:endParaRPr lang="en-US" dirty="0">
              <a:ea typeface="+mn-lt"/>
              <a:cs typeface="+mn-lt"/>
            </a:endParaRPr>
          </a:p>
          <a:p>
            <a:pPr marL="305435" indent="-305435"/>
            <a:r>
              <a:rPr lang="en-US" dirty="0"/>
              <a:t>Dawood, M. (2019, 8. </a:t>
            </a:r>
            <a:r>
              <a:rPr lang="en-US" dirty="0" err="1"/>
              <a:t>juli</a:t>
            </a:r>
            <a:r>
              <a:rPr lang="en-US" dirty="0"/>
              <a:t>). How good is the new Raspberry Pi 4 as a thin client? </a:t>
            </a:r>
            <a:r>
              <a:rPr lang="en-US" i="1" dirty="0"/>
              <a:t>Citrix</a:t>
            </a:r>
            <a:r>
              <a:rPr lang="en-US" dirty="0"/>
              <a:t>. </a:t>
            </a:r>
            <a:r>
              <a:rPr lang="en-US" dirty="0">
                <a:hlinkClick r:id="rId5"/>
              </a:rPr>
              <a:t>https://www.citrix.com/blogs/2019-07/how-good-is-the-new-raspberry-pi-4-as-a-thin-client</a:t>
            </a:r>
            <a:endParaRPr lang="en-US" i="1" dirty="0"/>
          </a:p>
          <a:p>
            <a:pPr marL="305435" indent="-305435"/>
            <a:r>
              <a:rPr lang="en-US" dirty="0">
                <a:ea typeface="+mn-lt"/>
                <a:cs typeface="+mn-lt"/>
              </a:rPr>
              <a:t>Elster, A. C. (2026, 13. mars). </a:t>
            </a:r>
            <a:r>
              <a:rPr lang="en-US" dirty="0" err="1">
                <a:ea typeface="+mn-lt"/>
                <a:cs typeface="+mn-lt"/>
              </a:rPr>
              <a:t>Superdatamaskin</a:t>
            </a:r>
            <a:r>
              <a:rPr lang="en-US" dirty="0">
                <a:ea typeface="+mn-lt"/>
                <a:cs typeface="+mn-lt"/>
              </a:rPr>
              <a:t>. I </a:t>
            </a:r>
            <a:r>
              <a:rPr lang="en-US" i="1" dirty="0">
                <a:ea typeface="+mn-lt"/>
                <a:cs typeface="+mn-lt"/>
              </a:rPr>
              <a:t>Store </a:t>
            </a:r>
            <a:r>
              <a:rPr lang="en-US" i="1" dirty="0" err="1">
                <a:ea typeface="+mn-lt"/>
                <a:cs typeface="+mn-lt"/>
              </a:rPr>
              <a:t>norske</a:t>
            </a:r>
            <a:r>
              <a:rPr lang="en-US" i="1" dirty="0">
                <a:ea typeface="+mn-lt"/>
                <a:cs typeface="+mn-lt"/>
              </a:rPr>
              <a:t> </a:t>
            </a:r>
            <a:r>
              <a:rPr lang="en-US" i="1" dirty="0" err="1">
                <a:ea typeface="+mn-lt"/>
                <a:cs typeface="+mn-lt"/>
              </a:rPr>
              <a:t>leksikon</a:t>
            </a:r>
            <a:r>
              <a:rPr lang="en-US" dirty="0">
                <a:ea typeface="+mn-lt"/>
                <a:cs typeface="+mn-lt"/>
              </a:rPr>
              <a:t>. </a:t>
            </a:r>
            <a:r>
              <a:rPr lang="en-US" dirty="0">
                <a:ea typeface="+mn-lt"/>
                <a:cs typeface="+mn-lt"/>
                <a:hlinkClick r:id="rId6"/>
              </a:rPr>
              <a:t>https://snl.no/superdatamaskin</a:t>
            </a:r>
            <a:endParaRPr lang="en-US" dirty="0">
              <a:ea typeface="+mn-lt"/>
              <a:cs typeface="+mn-lt"/>
            </a:endParaRPr>
          </a:p>
          <a:p>
            <a:pPr marL="305435" indent="-305435"/>
            <a:r>
              <a:rPr lang="en-US" dirty="0">
                <a:ea typeface="+mn-lt"/>
                <a:cs typeface="+mn-lt"/>
              </a:rPr>
              <a:t>Enterasys. (2011). Enterasys Design Center Networking – Connectivity and Topology Design Guide. </a:t>
            </a:r>
            <a:r>
              <a:rPr lang="en-US" i="1" dirty="0">
                <a:ea typeface="+mn-lt"/>
                <a:cs typeface="+mn-lt"/>
              </a:rPr>
              <a:t>Enterasys</a:t>
            </a:r>
            <a:r>
              <a:rPr lang="en-US" dirty="0">
                <a:ea typeface="+mn-lt"/>
                <a:cs typeface="+mn-lt"/>
              </a:rPr>
              <a:t>. </a:t>
            </a:r>
            <a:r>
              <a:rPr lang="en-US" dirty="0">
                <a:ea typeface="+mn-lt"/>
                <a:cs typeface="+mn-lt"/>
                <a:hlinkClick r:id="rId7"/>
              </a:rPr>
              <a:t>https://web.archive.org/web/20131005002816/http://www.enterasys.com/company/literature/datacenter-design-guide-wp.pdf</a:t>
            </a:r>
            <a:endParaRPr lang="en-US" dirty="0">
              <a:ea typeface="+mn-lt"/>
              <a:cs typeface="+mn-lt"/>
            </a:endParaRPr>
          </a:p>
          <a:p>
            <a:pPr marL="305435" indent="-305435"/>
            <a:r>
              <a:rPr lang="en-US" dirty="0">
                <a:ea typeface="+mn-lt"/>
                <a:cs typeface="+mn-lt"/>
              </a:rPr>
              <a:t>Home Assistant. (</a:t>
            </a:r>
            <a:r>
              <a:rPr lang="en-US" dirty="0" err="1">
                <a:ea typeface="+mn-lt"/>
                <a:cs typeface="+mn-lt"/>
              </a:rPr>
              <a:t>u.å</a:t>
            </a:r>
            <a:r>
              <a:rPr lang="en-US" dirty="0">
                <a:ea typeface="+mn-lt"/>
                <a:cs typeface="+mn-lt"/>
              </a:rPr>
              <a:t>.). </a:t>
            </a:r>
            <a:r>
              <a:rPr lang="en-US" i="1" dirty="0">
                <a:ea typeface="+mn-lt"/>
                <a:cs typeface="+mn-lt"/>
              </a:rPr>
              <a:t>Raspberry Pi – Home Assistant</a:t>
            </a:r>
            <a:r>
              <a:rPr lang="en-US" dirty="0">
                <a:ea typeface="+mn-lt"/>
                <a:cs typeface="+mn-lt"/>
              </a:rPr>
              <a:t>. </a:t>
            </a:r>
            <a:r>
              <a:rPr lang="en-US" dirty="0">
                <a:ea typeface="+mn-lt"/>
                <a:cs typeface="+mn-lt"/>
                <a:hlinkClick r:id="rId8"/>
              </a:rPr>
              <a:t>https://www.home-assistant.io/installation/raspberrypi/</a:t>
            </a:r>
            <a:endParaRPr lang="en-US" dirty="0">
              <a:ea typeface="+mn-lt"/>
              <a:cs typeface="+mn-lt"/>
            </a:endParaRPr>
          </a:p>
          <a:p>
            <a:pPr marL="305435" indent="-305435"/>
            <a:r>
              <a:rPr lang="en-US" dirty="0">
                <a:ea typeface="+mn-lt"/>
                <a:cs typeface="+mn-lt"/>
              </a:rPr>
              <a:t>Intel. (2023, 4. </a:t>
            </a:r>
            <a:r>
              <a:rPr lang="en-US" dirty="0" err="1">
                <a:ea typeface="+mn-lt"/>
                <a:cs typeface="+mn-lt"/>
              </a:rPr>
              <a:t>april</a:t>
            </a:r>
            <a:r>
              <a:rPr lang="en-US" dirty="0">
                <a:ea typeface="+mn-lt"/>
                <a:cs typeface="+mn-lt"/>
              </a:rPr>
              <a:t>). </a:t>
            </a:r>
            <a:r>
              <a:rPr lang="en-US" i="1" dirty="0">
                <a:ea typeface="+mn-lt"/>
                <a:cs typeface="+mn-lt"/>
              </a:rPr>
              <a:t>Thermal design power (TDP) in Intel® processors</a:t>
            </a:r>
            <a:r>
              <a:rPr lang="en-US" dirty="0">
                <a:ea typeface="+mn-lt"/>
                <a:cs typeface="+mn-lt"/>
              </a:rPr>
              <a:t>. </a:t>
            </a:r>
            <a:r>
              <a:rPr lang="en-US" dirty="0">
                <a:ea typeface="+mn-lt"/>
                <a:cs typeface="+mn-lt"/>
                <a:hlinkClick r:id="rId9"/>
              </a:rPr>
              <a:t>https://www.intel.com/content/www/us/en/support/articles/000055611/processors.html</a:t>
            </a:r>
            <a:endParaRPr lang="en-US" dirty="0">
              <a:ea typeface="+mn-lt"/>
              <a:cs typeface="+mn-lt"/>
            </a:endParaRPr>
          </a:p>
          <a:p>
            <a:pPr marL="305435" indent="-305435"/>
            <a:r>
              <a:rPr lang="en-US" dirty="0">
                <a:ea typeface="+mn-lt"/>
                <a:cs typeface="+mn-lt"/>
              </a:rPr>
              <a:t>Karlsruhe Institute of Technology. (2021, 28. </a:t>
            </a:r>
            <a:r>
              <a:rPr lang="en-US" dirty="0" err="1">
                <a:ea typeface="+mn-lt"/>
                <a:cs typeface="+mn-lt"/>
              </a:rPr>
              <a:t>juni</a:t>
            </a:r>
            <a:r>
              <a:rPr lang="en-US" dirty="0">
                <a:ea typeface="+mn-lt"/>
                <a:cs typeface="+mn-lt"/>
              </a:rPr>
              <a:t>). </a:t>
            </a:r>
            <a:r>
              <a:rPr lang="en-US" i="1" dirty="0">
                <a:ea typeface="+mn-lt"/>
                <a:cs typeface="+mn-lt"/>
              </a:rPr>
              <a:t>KIT supercomputer one of the 15 fastest in Europe</a:t>
            </a:r>
            <a:r>
              <a:rPr lang="en-US" dirty="0">
                <a:ea typeface="+mn-lt"/>
                <a:cs typeface="+mn-lt"/>
              </a:rPr>
              <a:t> [</a:t>
            </a:r>
            <a:r>
              <a:rPr lang="en-US" dirty="0" err="1">
                <a:ea typeface="+mn-lt"/>
                <a:cs typeface="+mn-lt"/>
              </a:rPr>
              <a:t>Pressemelding</a:t>
            </a:r>
            <a:r>
              <a:rPr lang="en-US" dirty="0">
                <a:ea typeface="+mn-lt"/>
                <a:cs typeface="+mn-lt"/>
              </a:rPr>
              <a:t>]. </a:t>
            </a:r>
            <a:r>
              <a:rPr lang="en-US" dirty="0">
                <a:ea typeface="+mn-lt"/>
                <a:cs typeface="+mn-lt"/>
                <a:hlinkClick r:id="rId4"/>
              </a:rPr>
              <a:t>https://www.kit.edu/kit/english/pi_2021_059_kit-supercomputer-one-of-the-15-fastest-in-europe.php</a:t>
            </a:r>
            <a:endParaRPr lang="en-US" dirty="0">
              <a:ea typeface="+mn-lt"/>
              <a:cs typeface="+mn-lt"/>
            </a:endParaRPr>
          </a:p>
          <a:p>
            <a:pPr marL="305435" indent="-305435"/>
            <a:r>
              <a:rPr lang="en-US" dirty="0">
                <a:ea typeface="+mn-lt"/>
                <a:cs typeface="+mn-lt"/>
              </a:rPr>
              <a:t>Mueller, D. (2003). </a:t>
            </a:r>
            <a:r>
              <a:rPr lang="en-US" i="1" dirty="0">
                <a:ea typeface="+mn-lt"/>
                <a:cs typeface="+mn-lt"/>
              </a:rPr>
              <a:t>Upgrading and repairing PCs</a:t>
            </a:r>
            <a:r>
              <a:rPr lang="en-US" dirty="0">
                <a:ea typeface="+mn-lt"/>
                <a:cs typeface="+mn-lt"/>
              </a:rPr>
              <a:t>. (14. </a:t>
            </a:r>
            <a:r>
              <a:rPr lang="en-US" dirty="0" err="1">
                <a:ea typeface="+mn-lt"/>
                <a:cs typeface="+mn-lt"/>
              </a:rPr>
              <a:t>utg</a:t>
            </a:r>
            <a:r>
              <a:rPr lang="en-US" dirty="0">
                <a:ea typeface="+mn-lt"/>
                <a:cs typeface="+mn-lt"/>
              </a:rPr>
              <a:t>.) QUE</a:t>
            </a:r>
          </a:p>
          <a:p>
            <a:pPr marL="305435" indent="-305435"/>
            <a:r>
              <a:rPr lang="en-US" dirty="0">
                <a:ea typeface="+mn-lt"/>
                <a:cs typeface="+mn-lt"/>
              </a:rPr>
              <a:t>Sigma2. (2022, 13. </a:t>
            </a:r>
            <a:r>
              <a:rPr lang="en-US" dirty="0" err="1">
                <a:ea typeface="+mn-lt"/>
                <a:cs typeface="+mn-lt"/>
              </a:rPr>
              <a:t>juni</a:t>
            </a:r>
            <a:r>
              <a:rPr lang="en-US" dirty="0">
                <a:ea typeface="+mn-lt"/>
                <a:cs typeface="+mn-lt"/>
              </a:rPr>
              <a:t>). </a:t>
            </a:r>
            <a:r>
              <a:rPr lang="en-US" i="1" dirty="0" err="1">
                <a:ea typeface="+mn-lt"/>
                <a:cs typeface="+mn-lt"/>
              </a:rPr>
              <a:t>Europas</a:t>
            </a:r>
            <a:r>
              <a:rPr lang="en-US" i="1" dirty="0">
                <a:ea typeface="+mn-lt"/>
                <a:cs typeface="+mn-lt"/>
              </a:rPr>
              <a:t> </a:t>
            </a:r>
            <a:r>
              <a:rPr lang="en-US" i="1" dirty="0" err="1">
                <a:ea typeface="+mn-lt"/>
                <a:cs typeface="+mn-lt"/>
              </a:rPr>
              <a:t>kraftigste</a:t>
            </a:r>
            <a:r>
              <a:rPr lang="en-US" i="1" dirty="0">
                <a:ea typeface="+mn-lt"/>
                <a:cs typeface="+mn-lt"/>
              </a:rPr>
              <a:t> </a:t>
            </a:r>
            <a:r>
              <a:rPr lang="en-US" i="1" dirty="0" err="1">
                <a:ea typeface="+mn-lt"/>
                <a:cs typeface="+mn-lt"/>
              </a:rPr>
              <a:t>superdatamaskin</a:t>
            </a:r>
            <a:r>
              <a:rPr lang="en-US" i="1" dirty="0">
                <a:ea typeface="+mn-lt"/>
                <a:cs typeface="+mn-lt"/>
              </a:rPr>
              <a:t> </a:t>
            </a:r>
            <a:r>
              <a:rPr lang="en-US" i="1" dirty="0" err="1">
                <a:ea typeface="+mn-lt"/>
                <a:cs typeface="+mn-lt"/>
              </a:rPr>
              <a:t>skal</a:t>
            </a:r>
            <a:r>
              <a:rPr lang="en-US" i="1" dirty="0">
                <a:ea typeface="+mn-lt"/>
                <a:cs typeface="+mn-lt"/>
              </a:rPr>
              <a:t> </a:t>
            </a:r>
            <a:r>
              <a:rPr lang="en-US" i="1" dirty="0" err="1">
                <a:ea typeface="+mn-lt"/>
                <a:cs typeface="+mn-lt"/>
              </a:rPr>
              <a:t>løse</a:t>
            </a:r>
            <a:r>
              <a:rPr lang="en-US" i="1" dirty="0">
                <a:ea typeface="+mn-lt"/>
                <a:cs typeface="+mn-lt"/>
              </a:rPr>
              <a:t> </a:t>
            </a:r>
            <a:r>
              <a:rPr lang="en-US" i="1" dirty="0" err="1">
                <a:ea typeface="+mn-lt"/>
                <a:cs typeface="+mn-lt"/>
              </a:rPr>
              <a:t>globale</a:t>
            </a:r>
            <a:r>
              <a:rPr lang="en-US" i="1" dirty="0">
                <a:ea typeface="+mn-lt"/>
                <a:cs typeface="+mn-lt"/>
              </a:rPr>
              <a:t> </a:t>
            </a:r>
            <a:r>
              <a:rPr lang="en-US" i="1" dirty="0" err="1">
                <a:ea typeface="+mn-lt"/>
                <a:cs typeface="+mn-lt"/>
              </a:rPr>
              <a:t>utfordringer</a:t>
            </a:r>
            <a:r>
              <a:rPr lang="en-US" i="1" dirty="0">
                <a:ea typeface="+mn-lt"/>
                <a:cs typeface="+mn-lt"/>
              </a:rPr>
              <a:t> </a:t>
            </a:r>
            <a:r>
              <a:rPr lang="en-US" i="1" dirty="0" err="1">
                <a:ea typeface="+mn-lt"/>
                <a:cs typeface="+mn-lt"/>
              </a:rPr>
              <a:t>og</a:t>
            </a:r>
            <a:r>
              <a:rPr lang="en-US" i="1" dirty="0">
                <a:ea typeface="+mn-lt"/>
                <a:cs typeface="+mn-lt"/>
              </a:rPr>
              <a:t> </a:t>
            </a:r>
            <a:r>
              <a:rPr lang="en-US" i="1" dirty="0" err="1">
                <a:ea typeface="+mn-lt"/>
                <a:cs typeface="+mn-lt"/>
              </a:rPr>
              <a:t>fremme</a:t>
            </a:r>
            <a:r>
              <a:rPr lang="en-US" i="1" dirty="0">
                <a:ea typeface="+mn-lt"/>
                <a:cs typeface="+mn-lt"/>
              </a:rPr>
              <a:t> </a:t>
            </a:r>
            <a:r>
              <a:rPr lang="en-US" i="1" dirty="0" err="1">
                <a:ea typeface="+mn-lt"/>
                <a:cs typeface="+mn-lt"/>
              </a:rPr>
              <a:t>grønn</a:t>
            </a:r>
            <a:r>
              <a:rPr lang="en-US" i="1" dirty="0">
                <a:ea typeface="+mn-lt"/>
                <a:cs typeface="+mn-lt"/>
              </a:rPr>
              <a:t> </a:t>
            </a:r>
            <a:r>
              <a:rPr lang="en-US" i="1" dirty="0" err="1">
                <a:ea typeface="+mn-lt"/>
                <a:cs typeface="+mn-lt"/>
              </a:rPr>
              <a:t>omstilling</a:t>
            </a:r>
            <a:r>
              <a:rPr lang="en-US" dirty="0">
                <a:ea typeface="+mn-lt"/>
                <a:cs typeface="+mn-lt"/>
              </a:rPr>
              <a:t> [</a:t>
            </a:r>
            <a:r>
              <a:rPr lang="en-US" dirty="0" err="1">
                <a:ea typeface="+mn-lt"/>
                <a:cs typeface="+mn-lt"/>
              </a:rPr>
              <a:t>Pressemelding</a:t>
            </a:r>
            <a:r>
              <a:rPr lang="en-US" dirty="0">
                <a:ea typeface="+mn-lt"/>
                <a:cs typeface="+mn-lt"/>
              </a:rPr>
              <a:t>]. </a:t>
            </a:r>
            <a:r>
              <a:rPr lang="en-US" dirty="0" err="1">
                <a:ea typeface="+mn-lt"/>
                <a:cs typeface="+mn-lt"/>
              </a:rPr>
              <a:t>Mynewsdesk</a:t>
            </a:r>
            <a:r>
              <a:rPr lang="en-US" dirty="0">
                <a:ea typeface="+mn-lt"/>
                <a:cs typeface="+mn-lt"/>
              </a:rPr>
              <a:t>. </a:t>
            </a:r>
            <a:r>
              <a:rPr lang="en-US" dirty="0">
                <a:ea typeface="+mn-lt"/>
                <a:cs typeface="+mn-lt"/>
                <a:hlinkClick r:id="rId10"/>
              </a:rPr>
              <a:t>https://www.mynewsdesk.com/no/sigma2/pressreleases/europas-kraftigste-superdatamaskin-skal-loese-globale-utfordringer-og-fremme-groenn-omstilling-3206560</a:t>
            </a:r>
            <a:endParaRPr lang="en-US" dirty="0"/>
          </a:p>
          <a:p>
            <a:pPr marL="305435" indent="-305435"/>
            <a:r>
              <a:rPr lang="en-US" dirty="0">
                <a:ea typeface="+mn-lt"/>
                <a:cs typeface="+mn-lt"/>
              </a:rPr>
              <a:t>Tracy V. Wilson (2005, 17. </a:t>
            </a:r>
            <a:r>
              <a:rPr lang="en-US" dirty="0" err="1">
                <a:ea typeface="+mn-lt"/>
                <a:cs typeface="+mn-lt"/>
              </a:rPr>
              <a:t>aug.</a:t>
            </a:r>
            <a:r>
              <a:rPr lang="en-US" dirty="0">
                <a:ea typeface="+mn-lt"/>
                <a:cs typeface="+mn-lt"/>
              </a:rPr>
              <a:t>) How PCIe Works. </a:t>
            </a:r>
            <a:r>
              <a:rPr lang="en-US" i="1" dirty="0">
                <a:ea typeface="+mn-lt"/>
                <a:cs typeface="+mn-lt"/>
              </a:rPr>
              <a:t>HowStuffWorks.com</a:t>
            </a:r>
            <a:r>
              <a:rPr lang="en-US" dirty="0">
                <a:ea typeface="+mn-lt"/>
                <a:cs typeface="+mn-lt"/>
              </a:rPr>
              <a:t>. </a:t>
            </a:r>
            <a:r>
              <a:rPr lang="en-US" dirty="0">
                <a:ea typeface="+mn-lt"/>
                <a:cs typeface="+mn-lt"/>
                <a:hlinkClick r:id="rId11"/>
              </a:rPr>
              <a:t>https://computer.howstuffworks.com/pci-express.htm</a:t>
            </a:r>
            <a:endParaRPr lang="en-US" dirty="0">
              <a:ea typeface="+mn-lt"/>
              <a:cs typeface="+mn-lt"/>
            </a:endParaRPr>
          </a:p>
          <a:p>
            <a:pPr marL="305435" indent="-305435"/>
            <a:r>
              <a:rPr lang="en-US" dirty="0">
                <a:ea typeface="+mn-lt"/>
                <a:cs typeface="+mn-lt"/>
              </a:rPr>
              <a:t>TOP500. (2026, 22. </a:t>
            </a:r>
            <a:r>
              <a:rPr lang="en-US" dirty="0" err="1">
                <a:ea typeface="+mn-lt"/>
                <a:cs typeface="+mn-lt"/>
              </a:rPr>
              <a:t>juni</a:t>
            </a:r>
            <a:r>
              <a:rPr lang="en-US" dirty="0">
                <a:ea typeface="+mn-lt"/>
                <a:cs typeface="+mn-lt"/>
              </a:rPr>
              <a:t>). </a:t>
            </a:r>
            <a:r>
              <a:rPr lang="en-US" i="1" dirty="0">
                <a:ea typeface="+mn-lt"/>
                <a:cs typeface="+mn-lt"/>
              </a:rPr>
              <a:t>TOP500 list – June 2026</a:t>
            </a:r>
            <a:r>
              <a:rPr lang="en-US" dirty="0">
                <a:ea typeface="+mn-lt"/>
                <a:cs typeface="+mn-lt"/>
              </a:rPr>
              <a:t>. </a:t>
            </a:r>
            <a:r>
              <a:rPr lang="en-US" dirty="0">
                <a:ea typeface="+mn-lt"/>
                <a:cs typeface="+mn-lt"/>
                <a:hlinkClick r:id="rId12"/>
              </a:rPr>
              <a:t>https://top500.org/lists/top500/list/2026/06/</a:t>
            </a:r>
            <a:endParaRPr lang="en-US" dirty="0"/>
          </a:p>
          <a:p>
            <a:pPr marL="305435" indent="-305435"/>
            <a:endParaRPr lang="en-US" dirty="0"/>
          </a:p>
        </p:txBody>
      </p:sp>
    </p:spTree>
    <p:extLst>
      <p:ext uri="{BB962C8B-B14F-4D97-AF65-F5344CB8AC3E}">
        <p14:creationId xmlns:p14="http://schemas.microsoft.com/office/powerpoint/2010/main" val="1993801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579CA-9F59-88DE-FB1B-DB4DA7AFE13C}"/>
              </a:ext>
            </a:extLst>
          </p:cNvPr>
          <p:cNvSpPr>
            <a:spLocks noGrp="1"/>
          </p:cNvSpPr>
          <p:nvPr>
            <p:ph type="title"/>
          </p:nvPr>
        </p:nvSpPr>
        <p:spPr/>
        <p:txBody>
          <a:bodyPr/>
          <a:lstStyle/>
          <a:p>
            <a:r>
              <a:rPr lang="en-US"/>
              <a:t>Bildekilder</a:t>
            </a:r>
          </a:p>
        </p:txBody>
      </p:sp>
      <p:sp>
        <p:nvSpPr>
          <p:cNvPr id="3" name="Content Placeholder 2">
            <a:extLst>
              <a:ext uri="{FF2B5EF4-FFF2-40B4-BE49-F238E27FC236}">
                <a16:creationId xmlns:a16="http://schemas.microsoft.com/office/drawing/2014/main" id="{1CDA9603-6809-2E0D-AA6D-B4F4C0DA9189}"/>
              </a:ext>
            </a:extLst>
          </p:cNvPr>
          <p:cNvSpPr>
            <a:spLocks noGrp="1"/>
          </p:cNvSpPr>
          <p:nvPr>
            <p:ph idx="1"/>
          </p:nvPr>
        </p:nvSpPr>
        <p:spPr/>
        <p:txBody>
          <a:bodyPr/>
          <a:lstStyle/>
          <a:p>
            <a:pPr marL="305435" indent="-305435"/>
            <a:r>
              <a:rPr lang="en-US" dirty="0" err="1">
                <a:ea typeface="+mn-lt"/>
                <a:cs typeface="+mn-lt"/>
              </a:rPr>
              <a:t>Bramsiepe</a:t>
            </a:r>
            <a:r>
              <a:rPr lang="en-US" dirty="0">
                <a:ea typeface="+mn-lt"/>
                <a:cs typeface="+mn-lt"/>
              </a:rPr>
              <a:t>, A. (2021). </a:t>
            </a:r>
            <a:r>
              <a:rPr lang="en-US" i="1" dirty="0">
                <a:ea typeface="+mn-lt"/>
                <a:cs typeface="+mn-lt"/>
              </a:rPr>
              <a:t>[</a:t>
            </a:r>
            <a:r>
              <a:rPr lang="en-US" i="1" dirty="0" err="1">
                <a:ea typeface="+mn-lt"/>
                <a:cs typeface="+mn-lt"/>
              </a:rPr>
              <a:t>Superdatamaskinen</a:t>
            </a:r>
            <a:r>
              <a:rPr lang="en-US" i="1" dirty="0">
                <a:ea typeface="+mn-lt"/>
                <a:cs typeface="+mn-lt"/>
              </a:rPr>
              <a:t> </a:t>
            </a:r>
            <a:r>
              <a:rPr lang="en-US" i="1" dirty="0" err="1">
                <a:ea typeface="+mn-lt"/>
                <a:cs typeface="+mn-lt"/>
              </a:rPr>
              <a:t>HoreKa</a:t>
            </a:r>
            <a:r>
              <a:rPr lang="en-US" i="1" dirty="0">
                <a:ea typeface="+mn-lt"/>
                <a:cs typeface="+mn-lt"/>
              </a:rPr>
              <a:t> </a:t>
            </a:r>
            <a:r>
              <a:rPr lang="en-US" i="1" dirty="0" err="1">
                <a:ea typeface="+mn-lt"/>
                <a:cs typeface="+mn-lt"/>
              </a:rPr>
              <a:t>i</a:t>
            </a:r>
            <a:r>
              <a:rPr lang="en-US" i="1" dirty="0">
                <a:ea typeface="+mn-lt"/>
                <a:cs typeface="+mn-lt"/>
              </a:rPr>
              <a:t> SCC-</a:t>
            </a:r>
            <a:r>
              <a:rPr lang="en-US" i="1" dirty="0" err="1">
                <a:ea typeface="+mn-lt"/>
                <a:cs typeface="+mn-lt"/>
              </a:rPr>
              <a:t>datasenteret</a:t>
            </a:r>
            <a:r>
              <a:rPr lang="en-US" i="1" dirty="0">
                <a:ea typeface="+mn-lt"/>
                <a:cs typeface="+mn-lt"/>
              </a:rPr>
              <a:t> </a:t>
            </a:r>
            <a:r>
              <a:rPr lang="en-US" i="1" dirty="0" err="1">
                <a:ea typeface="+mn-lt"/>
                <a:cs typeface="+mn-lt"/>
              </a:rPr>
              <a:t>ved</a:t>
            </a:r>
            <a:r>
              <a:rPr lang="en-US" i="1" dirty="0">
                <a:ea typeface="+mn-lt"/>
                <a:cs typeface="+mn-lt"/>
              </a:rPr>
              <a:t> KIT]</a:t>
            </a:r>
            <a:r>
              <a:rPr lang="en-US" dirty="0">
                <a:ea typeface="+mn-lt"/>
                <a:cs typeface="+mn-lt"/>
              </a:rPr>
              <a:t> [</a:t>
            </a:r>
            <a:r>
              <a:rPr lang="en-US" dirty="0" err="1">
                <a:ea typeface="+mn-lt"/>
                <a:cs typeface="+mn-lt"/>
              </a:rPr>
              <a:t>Fotografi</a:t>
            </a:r>
            <a:r>
              <a:rPr lang="en-US" dirty="0">
                <a:ea typeface="+mn-lt"/>
                <a:cs typeface="+mn-lt"/>
              </a:rPr>
              <a:t>]. Karlsruher </a:t>
            </a:r>
            <a:r>
              <a:rPr lang="en-US" dirty="0" err="1">
                <a:ea typeface="+mn-lt"/>
                <a:cs typeface="+mn-lt"/>
              </a:rPr>
              <a:t>Institut</a:t>
            </a:r>
            <a:r>
              <a:rPr lang="en-US" dirty="0">
                <a:ea typeface="+mn-lt"/>
                <a:cs typeface="+mn-lt"/>
              </a:rPr>
              <a:t> für Technologie. </a:t>
            </a:r>
            <a:r>
              <a:rPr lang="en-US" dirty="0">
                <a:ea typeface="+mn-lt"/>
                <a:cs typeface="+mn-lt"/>
                <a:hlinkClick r:id="rId2"/>
              </a:rPr>
              <a:t>https://www.kit.edu/kit/english/pi_2021_059_kit-supercomputer-one-of-the-15-fastest-in-europe.php</a:t>
            </a:r>
            <a:endParaRPr lang="en-US" dirty="0">
              <a:ea typeface="+mn-lt"/>
              <a:cs typeface="+mn-lt"/>
            </a:endParaRPr>
          </a:p>
          <a:p>
            <a:r>
              <a:rPr lang="en-US" dirty="0" err="1"/>
              <a:t>Nosachev</a:t>
            </a:r>
            <a:r>
              <a:rPr lang="en-US" dirty="0"/>
              <a:t>, D. (2015). [</a:t>
            </a:r>
            <a:r>
              <a:rPr lang="en-US" dirty="0" err="1"/>
              <a:t>Fotografi</a:t>
            </a:r>
            <a:r>
              <a:rPr lang="en-US" dirty="0"/>
              <a:t> av Supermicro SBI-7228R-T2X]. Wikimedia commons. https://commons.wikimedia.org/w/index.php?curid=46899884</a:t>
            </a:r>
            <a:endParaRPr lang="nb-NO" dirty="0"/>
          </a:p>
          <a:p>
            <a:pPr marL="305435" indent="-305435"/>
            <a:endParaRPr lang="en-US" dirty="0"/>
          </a:p>
        </p:txBody>
      </p:sp>
    </p:spTree>
    <p:extLst>
      <p:ext uri="{BB962C8B-B14F-4D97-AF65-F5344CB8AC3E}">
        <p14:creationId xmlns:p14="http://schemas.microsoft.com/office/powerpoint/2010/main" val="2505949764"/>
      </p:ext>
    </p:extLst>
  </p:cSld>
  <p:clrMapOvr>
    <a:masterClrMapping/>
  </p:clrMapOvr>
</p:sld>
</file>

<file path=ppt/theme/theme1.xml><?xml version="1.0" encoding="utf-8"?>
<a:theme xmlns:a="http://schemas.openxmlformats.org/drawingml/2006/main" name="Utbytte">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9198_TF56390039_Win32" id="{BB956EA4-EA7A-4E68-AD41-671B1EF77E1C}" vid="{FDCA671B-34B7-415F-AE58-85D633BF029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11ca42e-371e-44e8-9ed5-953ab9724bc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1200BF00815A147AE65CE0B286A2EF9" ma:contentTypeVersion="5" ma:contentTypeDescription="Create a new document." ma:contentTypeScope="" ma:versionID="5d0c14e303465a65730b6597ff045d94">
  <xsd:schema xmlns:xsd="http://www.w3.org/2001/XMLSchema" xmlns:xs="http://www.w3.org/2001/XMLSchema" xmlns:p="http://schemas.microsoft.com/office/2006/metadata/properties" xmlns:ns3="711ca42e-371e-44e8-9ed5-953ab9724bc9" targetNamespace="http://schemas.microsoft.com/office/2006/metadata/properties" ma:root="true" ma:fieldsID="8213f0c532454341b9538799861c6016" ns3:_="">
    <xsd:import namespace="711ca42e-371e-44e8-9ed5-953ab9724bc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1ca42e-371e-44e8-9ed5-953ab9724bc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5827AC-AFE8-4487-BC68-B302D3474775}">
  <ds:schemaRefs>
    <ds:schemaRef ds:uri="http://schemas.microsoft.com/office/2006/documentManagement/types"/>
    <ds:schemaRef ds:uri="711ca42e-371e-44e8-9ed5-953ab9724bc9"/>
    <ds:schemaRef ds:uri="http://schemas.microsoft.com/office/2006/metadata/properties"/>
    <ds:schemaRef ds:uri="http://purl.org/dc/elements/1.1/"/>
    <ds:schemaRef ds:uri="http://www.w3.org/XML/1998/namespace"/>
    <ds:schemaRef ds:uri="http://purl.org/dc/terms/"/>
    <ds:schemaRef ds:uri="http://purl.org/dc/dcmitype/"/>
    <ds:schemaRef ds:uri="http://schemas.openxmlformats.org/package/2006/metadata/core-properties"/>
    <ds:schemaRef ds:uri="http://schemas.microsoft.com/office/infopath/2007/PartnerControls"/>
  </ds:schemaRefs>
</ds:datastoreItem>
</file>

<file path=customXml/itemProps2.xml><?xml version="1.0" encoding="utf-8"?>
<ds:datastoreItem xmlns:ds="http://schemas.openxmlformats.org/officeDocument/2006/customXml" ds:itemID="{386919EE-4B1C-4A25-BC56-C25C56DA38DE}">
  <ds:schemaRefs>
    <ds:schemaRef ds:uri="http://schemas.microsoft.com/sharepoint/v3/contenttype/forms"/>
  </ds:schemaRefs>
</ds:datastoreItem>
</file>

<file path=customXml/itemProps3.xml><?xml version="1.0" encoding="utf-8"?>
<ds:datastoreItem xmlns:ds="http://schemas.openxmlformats.org/officeDocument/2006/customXml" ds:itemID="{8395CF6A-D85C-451F-B935-0060EFA35549}">
  <ds:schemaRefs>
    <ds:schemaRef ds:uri="711ca42e-371e-44e8-9ed5-953ab9724bc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9a10672-822f-4467-a5ba-5bb375967c05}" enabled="0" method="" siteId="{09a10672-822f-4467-a5ba-5bb375967c05}" removed="1"/>
</clbl:labelList>
</file>

<file path=docProps/app.xml><?xml version="1.0" encoding="utf-8"?>
<Properties xmlns="http://schemas.openxmlformats.org/officeDocument/2006/extended-properties" xmlns:vt="http://schemas.openxmlformats.org/officeDocument/2006/docPropsVTypes">
  <Template>{5C8E0B28-1BC5-43F7-9483-4864486C77E3}TF9cd6fad6-da1d-416b-8dc8-a086cd1045b1bb5dc530_win32-80526b1a51d8</Template>
  <TotalTime>85</TotalTime>
  <Words>2041</Words>
  <Application>Microsoft Macintosh PowerPoint</Application>
  <PresentationFormat>Widescreen</PresentationFormat>
  <Paragraphs>157</Paragraphs>
  <Slides>19</Slides>
  <Notes>6</Notes>
  <HiddenSlides>0</HiddenSlides>
  <MMClips>8</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Calibri</vt:lpstr>
      <vt:lpstr>Courier New</vt:lpstr>
      <vt:lpstr>Gill Sans MT</vt:lpstr>
      <vt:lpstr>Wingdings 2</vt:lpstr>
      <vt:lpstr>Utbytte</vt:lpstr>
      <vt:lpstr>Teknisk utforming</vt:lpstr>
      <vt:lpstr>Prosessorer</vt:lpstr>
      <vt:lpstr>MCU</vt:lpstr>
      <vt:lpstr>MPU – Microprocessing unit</vt:lpstr>
      <vt:lpstr>TO ULIKE INSTRUKSJONSSETT​</vt:lpstr>
      <vt:lpstr>CPU</vt:lpstr>
      <vt:lpstr>CPU | Parallellprosessering</vt:lpstr>
      <vt:lpstr>CPU | Hasardhåndtering</vt:lpstr>
      <vt:lpstr>GPU (Graphics processing unit)</vt:lpstr>
      <vt:lpstr>Kort om datamaskiner</vt:lpstr>
      <vt:lpstr>Ettkortsdatamaskin</vt:lpstr>
      <vt:lpstr>Stasjonær pc</vt:lpstr>
      <vt:lpstr>Bærbar pc</vt:lpstr>
      <vt:lpstr>mobil</vt:lpstr>
      <vt:lpstr>superdatamaskin</vt:lpstr>
      <vt:lpstr>Bladserver</vt:lpstr>
      <vt:lpstr>Kildeliste Prosesssorer</vt:lpstr>
      <vt:lpstr>Kildeliste datamaskiner</vt:lpstr>
      <vt:lpstr>Bildekilder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Linnea Nordstrand</dc:creator>
  <cp:lastModifiedBy>Melika Khaki</cp:lastModifiedBy>
  <cp:revision>1</cp:revision>
  <dcterms:created xsi:type="dcterms:W3CDTF">2026-09-28T10:37:02Z</dcterms:created>
  <dcterms:modified xsi:type="dcterms:W3CDTF">2026-10-05T08:19:08Z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0x010100B1200BF00815A147AE65CE0B286A2EF9</vt:lpwstr>
  </property>
</Properties>
</file>